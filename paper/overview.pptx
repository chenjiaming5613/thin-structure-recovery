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72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20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9B1DD5-C13E-FE2B-58EF-45DBB1A55D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2AED391-812B-D377-A01C-C3C368822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D42621-505A-944E-EBCF-BEDD5004F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67F73-1231-4F34-A359-71FFF3AE17E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C4A8D9-4A58-E932-7AEC-B33BD9E8F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F9FD31-DB6A-97C4-0550-A8E6F9F7A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60C6E-046A-405F-9D4B-172478BD7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587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9CE7D1-2C50-BB47-76D5-2079BD64A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0D3E95-9D3E-7C81-D787-0791264C6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254D89-B560-D44F-A003-7D079B7E2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67F73-1231-4F34-A359-71FFF3AE17E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0B11FF-0FA1-1E61-0058-3462C8C0F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8DC5FF-CF56-B7F6-401B-27D1B07A9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60C6E-046A-405F-9D4B-172478BD7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251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CC6C7D-5027-9829-AEBC-D8CF19351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54B74E-66AA-AE2D-7F31-3852A5980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D118CC-65CF-5793-732A-645ACC04F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67F73-1231-4F34-A359-71FFF3AE17E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A5995B-4D81-4006-69CE-79E985E2C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F45528-9FB9-89B4-4391-C215E8507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60C6E-046A-405F-9D4B-172478BD7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529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B5D0FB-EDA0-6D27-0E79-61C258910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9788F2-35B7-547A-AB9F-55FFADD5AD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228A3D-B746-C798-E606-7F132AB17E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6DF1F1-58EE-CCF4-8314-D1B3DFF7C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67F73-1231-4F34-A359-71FFF3AE17E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2D586DD-E2A4-4408-F0EE-4F89B0C0A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8A326BE-6D2F-0A92-D5BC-3A0F40CC0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60C6E-046A-405F-9D4B-172478BD7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077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6C5A2F-B1ED-8511-8074-0EF3D921B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2FA237-9714-4567-251C-76385A411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CA21983-A78D-A709-093A-3ADBB8AD8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EC3B263-A9A4-F06E-6B22-613E3CF95D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F2CB432-2060-463D-75D5-255E561BFE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5FE6E59-70C1-A347-81B9-3E13DB772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67F73-1231-4F34-A359-71FFF3AE17E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C3D8307-5C6C-A146-96C7-2BC586242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0ACA96E-AFD1-E573-722B-DDC7DD69C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60C6E-046A-405F-9D4B-172478BD7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607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AF2C0A-BC3D-7207-D8BC-EF8B0E083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D77A806-04CA-E93D-CB80-8B3F70939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67F73-1231-4F34-A359-71FFF3AE17E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1241607-A004-5CFA-045E-3844A428E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382807-12EB-3B07-A127-679C562CE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60C6E-046A-405F-9D4B-172478BD7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353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E7C9191-0E24-36A6-217C-04774FFBF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67F73-1231-4F34-A359-71FFF3AE17E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E6E586E-768A-2472-0C07-285E29A39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3D17A0-A74B-CC43-0C4F-41C76CC37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60C6E-046A-405F-9D4B-172478BD7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642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988139-BB73-EA44-1FA4-A2DDF7BE2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7DFDDE-3BA2-297D-E8F2-BFF6E17FD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A4C0A8-221F-0EFD-0964-72A9495C66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3DE5525-F243-42D6-98DC-4FA15C1CC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67F73-1231-4F34-A359-71FFF3AE17E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0CDE76-7614-A4B9-48D5-FD4D758AA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E8AABA7-6997-A9B9-F730-0FE68A2B1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60C6E-046A-405F-9D4B-172478BD7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878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0E63FA-B30E-ED7E-BCB2-28B814107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B89971C-0885-2AD0-96E5-6C79E4B4542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8F4BB9-3B8B-0C90-8ACE-652CF3675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AF5F8EB-46F5-354F-EFCC-D1C1E96B2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67F73-1231-4F34-A359-71FFF3AE17E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38395B-D582-74CA-0CB2-65A1DC65B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6822B3-D02F-38D8-17E0-4B9F01D89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60C6E-046A-405F-9D4B-172478BD7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357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BD5368-B5E2-8FF6-1175-F00317719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0B35E9A-2071-C552-B9C3-97ED9BEC73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C92B00-086C-6EFD-B6D7-B314A6C2C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67F73-1231-4F34-A359-71FFF3AE17E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6592E5-E297-51C7-8D51-1DDF8E3C1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8EF434-266D-EA3D-90FD-CA2E6D0F0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60C6E-046A-405F-9D4B-172478BD7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602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3E71BCC-0114-1E44-1A69-2DB84C7809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10866D4-AC2E-6A38-0F3A-2A582753F0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97EB0F-1837-8291-C673-D4DAA762E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67F73-1231-4F34-A359-71FFF3AE17E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C1865B-E3EF-613B-9A71-8F7CA688A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7A5994-EB68-79D2-CBA1-BAB61F61D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60C6E-046A-405F-9D4B-172478BD7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497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D599AD9-F625-0B08-7562-A55A8CA01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7CC14A-8059-2870-88EF-5B1C0881A3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4DF051-B42A-59D8-8D43-984F1BBC01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C67F73-1231-4F34-A359-71FFF3AE17E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43C96B-A079-FCDB-2883-1FF8EE935F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944AE6-E2CE-9A18-886E-D8F5C4F420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C60C6E-046A-405F-9D4B-172478BD7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634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3" Type="http://schemas.openxmlformats.org/officeDocument/2006/relationships/image" Target="../media/image104.png"/><Relationship Id="rId18" Type="http://schemas.openxmlformats.org/officeDocument/2006/relationships/image" Target="../media/image5.svg"/><Relationship Id="rId26" Type="http://schemas.openxmlformats.org/officeDocument/2006/relationships/image" Target="../media/image6.svg"/><Relationship Id="rId3" Type="http://schemas.openxmlformats.org/officeDocument/2006/relationships/image" Target="../media/image96.png"/><Relationship Id="rId21" Type="http://schemas.openxmlformats.org/officeDocument/2006/relationships/image" Target="../media/image109.png"/><Relationship Id="rId7" Type="http://schemas.openxmlformats.org/officeDocument/2006/relationships/image" Target="../media/image100.png"/><Relationship Id="rId12" Type="http://schemas.openxmlformats.org/officeDocument/2006/relationships/image" Target="../media/image2.svg"/><Relationship Id="rId17" Type="http://schemas.openxmlformats.org/officeDocument/2006/relationships/image" Target="../media/image4.jpg"/><Relationship Id="rId25" Type="http://schemas.openxmlformats.org/officeDocument/2006/relationships/image" Target="../media/image113.png"/><Relationship Id="rId2" Type="http://schemas.openxmlformats.org/officeDocument/2006/relationships/image" Target="../media/image95.png"/><Relationship Id="rId16" Type="http://schemas.openxmlformats.org/officeDocument/2006/relationships/image" Target="../media/image3.jpg"/><Relationship Id="rId20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png"/><Relationship Id="rId11" Type="http://schemas.openxmlformats.org/officeDocument/2006/relationships/image" Target="../media/image1.svg"/><Relationship Id="rId24" Type="http://schemas.openxmlformats.org/officeDocument/2006/relationships/image" Target="../media/image112.png"/><Relationship Id="rId5" Type="http://schemas.openxmlformats.org/officeDocument/2006/relationships/image" Target="../media/image98.png"/><Relationship Id="rId15" Type="http://schemas.openxmlformats.org/officeDocument/2006/relationships/image" Target="../media/image106.png"/><Relationship Id="rId23" Type="http://schemas.openxmlformats.org/officeDocument/2006/relationships/image" Target="../media/image111.png"/><Relationship Id="rId10" Type="http://schemas.openxmlformats.org/officeDocument/2006/relationships/image" Target="../media/image103.png"/><Relationship Id="rId19" Type="http://schemas.openxmlformats.org/officeDocument/2006/relationships/image" Target="../media/image107.png"/><Relationship Id="rId4" Type="http://schemas.openxmlformats.org/officeDocument/2006/relationships/image" Target="../media/image97.png"/><Relationship Id="rId9" Type="http://schemas.openxmlformats.org/officeDocument/2006/relationships/image" Target="../media/image102.png"/><Relationship Id="rId14" Type="http://schemas.openxmlformats.org/officeDocument/2006/relationships/image" Target="../media/image105.png"/><Relationship Id="rId22" Type="http://schemas.openxmlformats.org/officeDocument/2006/relationships/image" Target="../media/image11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6.png"/><Relationship Id="rId18" Type="http://schemas.openxmlformats.org/officeDocument/2006/relationships/image" Target="../media/image5.svg"/><Relationship Id="rId26" Type="http://schemas.openxmlformats.org/officeDocument/2006/relationships/image" Target="../media/image6.svg"/><Relationship Id="rId3" Type="http://schemas.openxmlformats.org/officeDocument/2006/relationships/image" Target="../media/image8.png"/><Relationship Id="rId21" Type="http://schemas.openxmlformats.org/officeDocument/2006/relationships/image" Target="../media/image21.png"/><Relationship Id="rId7" Type="http://schemas.openxmlformats.org/officeDocument/2006/relationships/image" Target="../media/image12.png"/><Relationship Id="rId12" Type="http://schemas.openxmlformats.org/officeDocument/2006/relationships/image" Target="../media/image2.svg"/><Relationship Id="rId17" Type="http://schemas.openxmlformats.org/officeDocument/2006/relationships/image" Target="../media/image4.jpg"/><Relationship Id="rId25" Type="http://schemas.openxmlformats.org/officeDocument/2006/relationships/image" Target="../media/image25.png"/><Relationship Id="rId2" Type="http://schemas.openxmlformats.org/officeDocument/2006/relationships/image" Target="../media/image7.png"/><Relationship Id="rId16" Type="http://schemas.openxmlformats.org/officeDocument/2006/relationships/image" Target="../media/image3.jp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.svg"/><Relationship Id="rId24" Type="http://schemas.openxmlformats.org/officeDocument/2006/relationships/image" Target="../media/image24.png"/><Relationship Id="rId5" Type="http://schemas.openxmlformats.org/officeDocument/2006/relationships/image" Target="../media/image10.png"/><Relationship Id="rId15" Type="http://schemas.openxmlformats.org/officeDocument/2006/relationships/image" Target="../media/image18.png"/><Relationship Id="rId23" Type="http://schemas.openxmlformats.org/officeDocument/2006/relationships/image" Target="../media/image23.png"/><Relationship Id="rId10" Type="http://schemas.openxmlformats.org/officeDocument/2006/relationships/image" Target="../media/image15.png"/><Relationship Id="rId19" Type="http://schemas.openxmlformats.org/officeDocument/2006/relationships/image" Target="../media/image19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7.png"/><Relationship Id="rId22" Type="http://schemas.openxmlformats.org/officeDocument/2006/relationships/image" Target="../media/image22.png"/><Relationship Id="rId27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" name="组合 315">
            <a:extLst>
              <a:ext uri="{FF2B5EF4-FFF2-40B4-BE49-F238E27FC236}">
                <a16:creationId xmlns:a16="http://schemas.microsoft.com/office/drawing/2014/main" id="{DA261887-414F-2184-FC93-E86A4D066FF8}"/>
              </a:ext>
            </a:extLst>
          </p:cNvPr>
          <p:cNvGrpSpPr/>
          <p:nvPr/>
        </p:nvGrpSpPr>
        <p:grpSpPr>
          <a:xfrm>
            <a:off x="-324591" y="1200390"/>
            <a:ext cx="12214610" cy="8324610"/>
            <a:chOff x="-324591" y="1200390"/>
            <a:chExt cx="12214610" cy="8324610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9C7CBA8A-0151-F03C-E822-32295656C431}"/>
                </a:ext>
              </a:extLst>
            </p:cNvPr>
            <p:cNvSpPr/>
            <p:nvPr/>
          </p:nvSpPr>
          <p:spPr>
            <a:xfrm>
              <a:off x="287587" y="2203799"/>
              <a:ext cx="11191977" cy="2620407"/>
            </a:xfrm>
            <a:prstGeom prst="roundRect">
              <a:avLst>
                <a:gd name="adj" fmla="val 12626"/>
              </a:avLst>
            </a:prstGeom>
            <a:solidFill>
              <a:srgbClr val="E6FF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E02773A5-B968-2B9B-FFF2-CEAC742CA463}"/>
                </a:ext>
              </a:extLst>
            </p:cNvPr>
            <p:cNvSpPr/>
            <p:nvPr/>
          </p:nvSpPr>
          <p:spPr>
            <a:xfrm>
              <a:off x="271411" y="1200390"/>
              <a:ext cx="11191977" cy="871774"/>
            </a:xfrm>
            <a:prstGeom prst="roundRect">
              <a:avLst>
                <a:gd name="adj" fmla="val 34333"/>
              </a:avLst>
            </a:prstGeom>
            <a:solidFill>
              <a:srgbClr val="FDE39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35E6460A-D5DB-6324-A4A1-FCB3428C070E}"/>
                </a:ext>
              </a:extLst>
            </p:cNvPr>
            <p:cNvSpPr txBox="1"/>
            <p:nvPr/>
          </p:nvSpPr>
          <p:spPr>
            <a:xfrm>
              <a:off x="437236" y="1423282"/>
              <a:ext cx="1733798" cy="4001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2000" b="1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Scene Level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A3A37C7B-11F0-72C9-EC0D-1A7D93452BC7}"/>
                </a:ext>
              </a:extLst>
            </p:cNvPr>
            <p:cNvSpPr txBox="1"/>
            <p:nvPr/>
          </p:nvSpPr>
          <p:spPr>
            <a:xfrm>
              <a:off x="437236" y="2157354"/>
              <a:ext cx="2115220" cy="4001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2000" b="1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Anchor Level</a:t>
              </a: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113A7FB3-2487-706B-0B66-B55F41D51AF7}"/>
                </a:ext>
              </a:extLst>
            </p:cNvPr>
            <p:cNvSpPr txBox="1"/>
            <p:nvPr/>
          </p:nvSpPr>
          <p:spPr>
            <a:xfrm>
              <a:off x="475336" y="2598785"/>
              <a:ext cx="531778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 Dispersion-Guided Geometric Refinement</a:t>
              </a:r>
              <a:endParaRPr 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04" name="组合 303">
              <a:extLst>
                <a:ext uri="{FF2B5EF4-FFF2-40B4-BE49-F238E27FC236}">
                  <a16:creationId xmlns:a16="http://schemas.microsoft.com/office/drawing/2014/main" id="{05FCB5BA-B5F7-A1FD-760E-5BDC55F34A91}"/>
                </a:ext>
              </a:extLst>
            </p:cNvPr>
            <p:cNvGrpSpPr/>
            <p:nvPr/>
          </p:nvGrpSpPr>
          <p:grpSpPr>
            <a:xfrm>
              <a:off x="1326517" y="3317564"/>
              <a:ext cx="2014654" cy="1104861"/>
              <a:chOff x="12471796" y="2460117"/>
              <a:chExt cx="2014654" cy="110486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文本框 27">
                    <a:extLst>
                      <a:ext uri="{FF2B5EF4-FFF2-40B4-BE49-F238E27FC236}">
                        <a16:creationId xmlns:a16="http://schemas.microsoft.com/office/drawing/2014/main" id="{ABE04458-902E-A2A1-923C-862F9B51F856}"/>
                      </a:ext>
                    </a:extLst>
                  </p:cNvPr>
                  <p:cNvSpPr txBox="1"/>
                  <p:nvPr/>
                </p:nvSpPr>
                <p:spPr>
                  <a:xfrm>
                    <a:off x="12471796" y="2460117"/>
                    <a:ext cx="2014654" cy="26520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=1 &amp; 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</m:t>
                          </m:r>
                          <m:sSub>
                            <m:sSubPr>
                              <m:ctrlPr>
                                <a:rPr lang="zh-CN" alt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𝑑𝑖𝑠𝑝</m:t>
                              </m:r>
                            </m:sub>
                          </m:sSub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28" name="文本框 27">
                    <a:extLst>
                      <a:ext uri="{FF2B5EF4-FFF2-40B4-BE49-F238E27FC236}">
                        <a16:creationId xmlns:a16="http://schemas.microsoft.com/office/drawing/2014/main" id="{ABE04458-902E-A2A1-923C-862F9B51F85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471796" y="2460117"/>
                    <a:ext cx="2014654" cy="265201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1212" r="-1212" b="-2727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A50A8882-8855-BE3A-1C57-BA360A963A8D}"/>
                  </a:ext>
                </a:extLst>
              </p:cNvPr>
              <p:cNvSpPr/>
              <p:nvPr/>
            </p:nvSpPr>
            <p:spPr>
              <a:xfrm>
                <a:off x="12776904" y="2955098"/>
                <a:ext cx="1404438" cy="609880"/>
              </a:xfrm>
              <a:prstGeom prst="rect">
                <a:avLst/>
              </a:prstGeom>
              <a:solidFill>
                <a:srgbClr val="BDD7EE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Refinement</a:t>
                </a:r>
                <a:endPara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A582F4A0-D8A6-1046-5D5F-2D1E6596A15B}"/>
                </a:ext>
              </a:extLst>
            </p:cNvPr>
            <p:cNvSpPr txBox="1"/>
            <p:nvPr/>
          </p:nvSpPr>
          <p:spPr>
            <a:xfrm>
              <a:off x="2552456" y="1928011"/>
              <a:ext cx="1215766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Alignment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47EBF2BD-F964-50C6-4584-B4C92E098350}"/>
                </a:ext>
              </a:extLst>
            </p:cNvPr>
            <p:cNvSpPr txBox="1"/>
            <p:nvPr/>
          </p:nvSpPr>
          <p:spPr>
            <a:xfrm rot="5400000">
              <a:off x="9569447" y="3343744"/>
              <a:ext cx="4241034" cy="4001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Cross-Level Geometric Consistency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箭头: 下弧形 6">
              <a:extLst>
                <a:ext uri="{FF2B5EF4-FFF2-40B4-BE49-F238E27FC236}">
                  <a16:creationId xmlns:a16="http://schemas.microsoft.com/office/drawing/2014/main" id="{84AB59F9-AF85-7146-E666-4FF87211FC5A}"/>
                </a:ext>
              </a:extLst>
            </p:cNvPr>
            <p:cNvSpPr/>
            <p:nvPr/>
          </p:nvSpPr>
          <p:spPr>
            <a:xfrm rot="16200000">
              <a:off x="1831882" y="1775322"/>
              <a:ext cx="963712" cy="413346"/>
            </a:xfrm>
            <a:prstGeom prst="curvedUpArrow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7023AF39-9ED7-DAAF-7AB9-B022CC110F98}"/>
                </a:ext>
              </a:extLst>
            </p:cNvPr>
            <p:cNvSpPr txBox="1"/>
            <p:nvPr/>
          </p:nvSpPr>
          <p:spPr>
            <a:xfrm>
              <a:off x="-324591" y="3273010"/>
              <a:ext cx="1285751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Alignment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箭头: 下弧形 9">
              <a:extLst>
                <a:ext uri="{FF2B5EF4-FFF2-40B4-BE49-F238E27FC236}">
                  <a16:creationId xmlns:a16="http://schemas.microsoft.com/office/drawing/2014/main" id="{5976C3F4-76D0-0EB4-5C07-23BA9A471CB3}"/>
                </a:ext>
              </a:extLst>
            </p:cNvPr>
            <p:cNvSpPr/>
            <p:nvPr/>
          </p:nvSpPr>
          <p:spPr>
            <a:xfrm rot="16200000" flipV="1">
              <a:off x="-1794049" y="2949276"/>
              <a:ext cx="3706473" cy="767555"/>
            </a:xfrm>
            <a:prstGeom prst="curvedUpArrow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1CF6F15D-9862-0800-4087-D3BD4C2AA5AF}"/>
                </a:ext>
              </a:extLst>
            </p:cNvPr>
            <p:cNvSpPr txBox="1"/>
            <p:nvPr/>
          </p:nvSpPr>
          <p:spPr>
            <a:xfrm>
              <a:off x="4236379" y="1676794"/>
              <a:ext cx="456510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Thin Structures under sparse views</a:t>
              </a:r>
              <a:endParaRPr 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30705104-2178-6473-A8CB-F2D474A4D260}"/>
                </a:ext>
              </a:extLst>
            </p:cNvPr>
            <p:cNvSpPr/>
            <p:nvPr/>
          </p:nvSpPr>
          <p:spPr>
            <a:xfrm>
              <a:off x="255235" y="4956050"/>
              <a:ext cx="11208153" cy="4568950"/>
            </a:xfrm>
            <a:prstGeom prst="roundRect">
              <a:avLst>
                <a:gd name="adj" fmla="val 7420"/>
              </a:avLst>
            </a:prstGeom>
            <a:solidFill>
              <a:srgbClr val="DCEA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723934B6-F25C-880F-9D1A-534765159DBB}"/>
                </a:ext>
              </a:extLst>
            </p:cNvPr>
            <p:cNvSpPr txBox="1"/>
            <p:nvPr/>
          </p:nvSpPr>
          <p:spPr>
            <a:xfrm>
              <a:off x="437236" y="4939013"/>
              <a:ext cx="2174066" cy="4001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2000" b="1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Gaussian Level</a:t>
              </a: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AFC5C665-6A03-B21E-D662-B93AAD4EA83F}"/>
                </a:ext>
              </a:extLst>
            </p:cNvPr>
            <p:cNvSpPr txBox="1"/>
            <p:nvPr/>
          </p:nvSpPr>
          <p:spPr>
            <a:xfrm>
              <a:off x="475336" y="5414171"/>
              <a:ext cx="5314724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 Parent-Aware Geometric Inheritance</a:t>
              </a:r>
            </a:p>
          </p:txBody>
        </p:sp>
        <p:sp>
          <p:nvSpPr>
            <p:cNvPr id="149" name="流程图: 决策 148">
              <a:extLst>
                <a:ext uri="{FF2B5EF4-FFF2-40B4-BE49-F238E27FC236}">
                  <a16:creationId xmlns:a16="http://schemas.microsoft.com/office/drawing/2014/main" id="{CD50DFB0-026B-1F38-5C71-CA7752311894}"/>
                </a:ext>
              </a:extLst>
            </p:cNvPr>
            <p:cNvSpPr/>
            <p:nvPr/>
          </p:nvSpPr>
          <p:spPr>
            <a:xfrm>
              <a:off x="1756815" y="7074833"/>
              <a:ext cx="2520545" cy="783737"/>
            </a:xfrm>
            <a:prstGeom prst="flowChartDecision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243087FD-7947-41C5-DE37-314151B33777}"/>
                    </a:ext>
                  </a:extLst>
                </p:cNvPr>
                <p:cNvSpPr txBox="1"/>
                <p:nvPr/>
              </p:nvSpPr>
              <p:spPr>
                <a:xfrm>
                  <a:off x="1753124" y="7252316"/>
                  <a:ext cx="2605854" cy="37516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func>
                          <m:funcPr>
                            <m:ctrlP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&gt;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l-G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Φ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𝑠𝑐𝑒𝑛𝑒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243087FD-7947-41C5-DE37-314151B337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3124" y="7252316"/>
                  <a:ext cx="2605854" cy="375167"/>
                </a:xfrm>
                <a:prstGeom prst="rect">
                  <a:avLst/>
                </a:prstGeom>
                <a:blipFill>
                  <a:blip r:embed="rId3"/>
                  <a:stretch>
                    <a:fillRect b="-327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1" name="直接箭头连接符 150">
              <a:extLst>
                <a:ext uri="{FF2B5EF4-FFF2-40B4-BE49-F238E27FC236}">
                  <a16:creationId xmlns:a16="http://schemas.microsoft.com/office/drawing/2014/main" id="{7E913102-B987-F00E-2A3A-18BBC5C8F802}"/>
                </a:ext>
              </a:extLst>
            </p:cNvPr>
            <p:cNvCxnSpPr>
              <a:cxnSpLocks/>
              <a:endCxn id="149" idx="1"/>
            </p:cNvCxnSpPr>
            <p:nvPr/>
          </p:nvCxnSpPr>
          <p:spPr>
            <a:xfrm>
              <a:off x="1481643" y="7466702"/>
              <a:ext cx="2751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2" name="连接符: 肘形 151">
              <a:extLst>
                <a:ext uri="{FF2B5EF4-FFF2-40B4-BE49-F238E27FC236}">
                  <a16:creationId xmlns:a16="http://schemas.microsoft.com/office/drawing/2014/main" id="{158E12E7-F2D3-B486-FD66-479ADDFF8212}"/>
                </a:ext>
              </a:extLst>
            </p:cNvPr>
            <p:cNvCxnSpPr>
              <a:cxnSpLocks/>
              <a:stCxn id="149" idx="0"/>
            </p:cNvCxnSpPr>
            <p:nvPr/>
          </p:nvCxnSpPr>
          <p:spPr>
            <a:xfrm rot="5400000" flipH="1" flipV="1">
              <a:off x="3556942" y="6025797"/>
              <a:ext cx="509183" cy="1588890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3" name="连接符: 肘形 152">
              <a:extLst>
                <a:ext uri="{FF2B5EF4-FFF2-40B4-BE49-F238E27FC236}">
                  <a16:creationId xmlns:a16="http://schemas.microsoft.com/office/drawing/2014/main" id="{D07B2493-C8C5-18E2-F4A6-A782AF771EC1}"/>
                </a:ext>
              </a:extLst>
            </p:cNvPr>
            <p:cNvCxnSpPr>
              <a:cxnSpLocks/>
              <a:stCxn id="149" idx="2"/>
            </p:cNvCxnSpPr>
            <p:nvPr/>
          </p:nvCxnSpPr>
          <p:spPr>
            <a:xfrm rot="16200000" flipH="1">
              <a:off x="3571339" y="7304319"/>
              <a:ext cx="480389" cy="1588890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4" name="文本框 153">
              <a:extLst>
                <a:ext uri="{FF2B5EF4-FFF2-40B4-BE49-F238E27FC236}">
                  <a16:creationId xmlns:a16="http://schemas.microsoft.com/office/drawing/2014/main" id="{E92EC207-1B6C-7EB1-62D9-254C0A973611}"/>
                </a:ext>
              </a:extLst>
            </p:cNvPr>
            <p:cNvSpPr txBox="1"/>
            <p:nvPr/>
          </p:nvSpPr>
          <p:spPr>
            <a:xfrm>
              <a:off x="2691614" y="8341033"/>
              <a:ext cx="1855081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Anchor Clone</a:t>
              </a:r>
            </a:p>
          </p:txBody>
        </p:sp>
        <p:sp>
          <p:nvSpPr>
            <p:cNvPr id="155" name="文本框 154">
              <a:extLst>
                <a:ext uri="{FF2B5EF4-FFF2-40B4-BE49-F238E27FC236}">
                  <a16:creationId xmlns:a16="http://schemas.microsoft.com/office/drawing/2014/main" id="{BD0D9EE5-7ED4-79A0-BF47-17483120CA99}"/>
                </a:ext>
              </a:extLst>
            </p:cNvPr>
            <p:cNvSpPr txBox="1"/>
            <p:nvPr/>
          </p:nvSpPr>
          <p:spPr>
            <a:xfrm>
              <a:off x="2611302" y="6174907"/>
              <a:ext cx="1994676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Anchor Split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2FFD9644-CEE5-3E1C-B70B-ADDF92229D4B}"/>
                    </a:ext>
                  </a:extLst>
                </p:cNvPr>
                <p:cNvSpPr txBox="1"/>
                <p:nvPr/>
              </p:nvSpPr>
              <p:spPr>
                <a:xfrm>
                  <a:off x="2428789" y="5824347"/>
                  <a:ext cx="3238552" cy="35753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r"/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parent scale </a:t>
                  </a:r>
                  <a:r>
                    <a:rPr lang="en-US" altLang="zh-CN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shrinks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∕</m:t>
                      </m:r>
                      <m:r>
                        <a:rPr lang="zh-CN" alt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𝜅</m:t>
                      </m:r>
                    </m:oMath>
                  </a14:m>
                  <a:r>
                    <a:rPr lang="en-US" altLang="zh-CN" sz="16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endParaRPr lang="en-US" sz="16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2FFD9644-CEE5-3E1C-B70B-ADDF92229D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8789" y="5824347"/>
                  <a:ext cx="3238552" cy="357534"/>
                </a:xfrm>
                <a:prstGeom prst="rect">
                  <a:avLst/>
                </a:prstGeom>
                <a:blipFill>
                  <a:blip r:embed="rId4"/>
                  <a:stretch>
                    <a:fillRect t="-3390" b="-169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7" name="文本框 156">
              <a:extLst>
                <a:ext uri="{FF2B5EF4-FFF2-40B4-BE49-F238E27FC236}">
                  <a16:creationId xmlns:a16="http://schemas.microsoft.com/office/drawing/2014/main" id="{9E90C005-8F65-F640-2EAF-94DEA816140D}"/>
                </a:ext>
              </a:extLst>
            </p:cNvPr>
            <p:cNvSpPr txBox="1"/>
            <p:nvPr/>
          </p:nvSpPr>
          <p:spPr>
            <a:xfrm>
              <a:off x="179286" y="8359453"/>
              <a:ext cx="2071707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 be </a:t>
              </a: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Densified</a:t>
              </a:r>
            </a:p>
            <a:p>
              <a:pPr algn="ctr"/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Anchor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8" name="文本框 157">
              <a:extLst>
                <a:ext uri="{FF2B5EF4-FFF2-40B4-BE49-F238E27FC236}">
                  <a16:creationId xmlns:a16="http://schemas.microsoft.com/office/drawing/2014/main" id="{E84E33AA-B769-EEB1-0D70-47C58C14DC57}"/>
                </a:ext>
              </a:extLst>
            </p:cNvPr>
            <p:cNvSpPr txBox="1"/>
            <p:nvPr/>
          </p:nvSpPr>
          <p:spPr>
            <a:xfrm>
              <a:off x="3017087" y="6650097"/>
              <a:ext cx="5478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true</a:t>
              </a:r>
            </a:p>
          </p:txBody>
        </p:sp>
        <p:sp>
          <p:nvSpPr>
            <p:cNvPr id="159" name="文本框 158">
              <a:extLst>
                <a:ext uri="{FF2B5EF4-FFF2-40B4-BE49-F238E27FC236}">
                  <a16:creationId xmlns:a16="http://schemas.microsoft.com/office/drawing/2014/main" id="{D35E12EB-654B-7425-4111-7587889187E7}"/>
                </a:ext>
              </a:extLst>
            </p:cNvPr>
            <p:cNvSpPr txBox="1"/>
            <p:nvPr/>
          </p:nvSpPr>
          <p:spPr>
            <a:xfrm>
              <a:off x="2959550" y="7930581"/>
              <a:ext cx="5478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false</a:t>
              </a:r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B14C0BD8-CCF0-CFA4-2DB1-EB6A4B911BD3}"/>
                </a:ext>
              </a:extLst>
            </p:cNvPr>
            <p:cNvGrpSpPr/>
            <p:nvPr/>
          </p:nvGrpSpPr>
          <p:grpSpPr>
            <a:xfrm>
              <a:off x="795874" y="7094368"/>
              <a:ext cx="654228" cy="1181276"/>
              <a:chOff x="4239120" y="1911116"/>
              <a:chExt cx="654228" cy="1181276"/>
            </a:xfrm>
          </p:grpSpPr>
          <p:grpSp>
            <p:nvGrpSpPr>
              <p:cNvPr id="13" name="组合 12">
                <a:extLst>
                  <a:ext uri="{FF2B5EF4-FFF2-40B4-BE49-F238E27FC236}">
                    <a16:creationId xmlns:a16="http://schemas.microsoft.com/office/drawing/2014/main" id="{4AB83DDF-E769-A14A-C53F-1C55324C344D}"/>
                  </a:ext>
                </a:extLst>
              </p:cNvPr>
              <p:cNvGrpSpPr/>
              <p:nvPr/>
            </p:nvGrpSpPr>
            <p:grpSpPr>
              <a:xfrm>
                <a:off x="4239120" y="1911116"/>
                <a:ext cx="654228" cy="826631"/>
                <a:chOff x="2184400" y="2321542"/>
                <a:chExt cx="1017811" cy="1286025"/>
              </a:xfrm>
            </p:grpSpPr>
            <p:sp>
              <p:nvSpPr>
                <p:cNvPr id="17" name="椭圆 16">
                  <a:extLst>
                    <a:ext uri="{FF2B5EF4-FFF2-40B4-BE49-F238E27FC236}">
                      <a16:creationId xmlns:a16="http://schemas.microsoft.com/office/drawing/2014/main" id="{3982A75E-905E-3431-1553-AFFA04BB97C8}"/>
                    </a:ext>
                  </a:extLst>
                </p:cNvPr>
                <p:cNvSpPr/>
                <p:nvPr/>
              </p:nvSpPr>
              <p:spPr>
                <a:xfrm>
                  <a:off x="2184400" y="2387600"/>
                  <a:ext cx="321706" cy="29199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50000">
                      <a:schemeClr val="tx2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10000"/>
                        <a:lumOff val="9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5" name="椭圆 34">
                  <a:extLst>
                    <a:ext uri="{FF2B5EF4-FFF2-40B4-BE49-F238E27FC236}">
                      <a16:creationId xmlns:a16="http://schemas.microsoft.com/office/drawing/2014/main" id="{8ED26FCD-D1F1-3918-8943-F4F0E5991E92}"/>
                    </a:ext>
                  </a:extLst>
                </p:cNvPr>
                <p:cNvSpPr/>
                <p:nvPr/>
              </p:nvSpPr>
              <p:spPr>
                <a:xfrm>
                  <a:off x="2660015" y="2900680"/>
                  <a:ext cx="72000" cy="72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40" name="直接箭头连接符 39">
                  <a:extLst>
                    <a:ext uri="{FF2B5EF4-FFF2-40B4-BE49-F238E27FC236}">
                      <a16:creationId xmlns:a16="http://schemas.microsoft.com/office/drawing/2014/main" id="{6E9A71CC-E091-C009-E692-E6D6E3862DFA}"/>
                    </a:ext>
                  </a:extLst>
                </p:cNvPr>
                <p:cNvCxnSpPr>
                  <a:cxnSpLocks/>
                  <a:stCxn id="35" idx="1"/>
                  <a:endCxn id="17" idx="5"/>
                </p:cNvCxnSpPr>
                <p:nvPr/>
              </p:nvCxnSpPr>
              <p:spPr>
                <a:xfrm flipH="1" flipV="1">
                  <a:off x="2458993" y="2636835"/>
                  <a:ext cx="211566" cy="274389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prstDash val="sysDash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1" name="椭圆 40">
                  <a:extLst>
                    <a:ext uri="{FF2B5EF4-FFF2-40B4-BE49-F238E27FC236}">
                      <a16:creationId xmlns:a16="http://schemas.microsoft.com/office/drawing/2014/main" id="{0424F5F4-7390-2405-B827-3D052F62FCC3}"/>
                    </a:ext>
                  </a:extLst>
                </p:cNvPr>
                <p:cNvSpPr/>
                <p:nvPr/>
              </p:nvSpPr>
              <p:spPr>
                <a:xfrm>
                  <a:off x="2919453" y="2321542"/>
                  <a:ext cx="235372" cy="43012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50000">
                      <a:schemeClr val="tx2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10000"/>
                        <a:lumOff val="9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2" name="椭圆 41">
                  <a:extLst>
                    <a:ext uri="{FF2B5EF4-FFF2-40B4-BE49-F238E27FC236}">
                      <a16:creationId xmlns:a16="http://schemas.microsoft.com/office/drawing/2014/main" id="{D4A0863A-5D4A-0372-5349-DD7CEA6AE5F3}"/>
                    </a:ext>
                  </a:extLst>
                </p:cNvPr>
                <p:cNvSpPr/>
                <p:nvPr/>
              </p:nvSpPr>
              <p:spPr>
                <a:xfrm rot="1613616">
                  <a:off x="2872070" y="2948830"/>
                  <a:ext cx="330141" cy="49036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50000">
                      <a:schemeClr val="tx2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10000"/>
                        <a:lumOff val="9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3" name="椭圆 42">
                  <a:extLst>
                    <a:ext uri="{FF2B5EF4-FFF2-40B4-BE49-F238E27FC236}">
                      <a16:creationId xmlns:a16="http://schemas.microsoft.com/office/drawing/2014/main" id="{BB4A694A-6DC0-2BF6-FE38-ADAEE1A8C16E}"/>
                    </a:ext>
                  </a:extLst>
                </p:cNvPr>
                <p:cNvSpPr/>
                <p:nvPr/>
              </p:nvSpPr>
              <p:spPr>
                <a:xfrm rot="1613616">
                  <a:off x="2220213" y="3367128"/>
                  <a:ext cx="429839" cy="24043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50000">
                      <a:schemeClr val="tx2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10000"/>
                        <a:lumOff val="9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44" name="直接箭头连接符 43">
                  <a:extLst>
                    <a:ext uri="{FF2B5EF4-FFF2-40B4-BE49-F238E27FC236}">
                      <a16:creationId xmlns:a16="http://schemas.microsoft.com/office/drawing/2014/main" id="{1600B233-622B-8AD3-A8B0-B9DD0E226A69}"/>
                    </a:ext>
                  </a:extLst>
                </p:cNvPr>
                <p:cNvCxnSpPr>
                  <a:cxnSpLocks/>
                  <a:stCxn id="35" idx="7"/>
                  <a:endCxn id="41" idx="3"/>
                </p:cNvCxnSpPr>
                <p:nvPr/>
              </p:nvCxnSpPr>
              <p:spPr>
                <a:xfrm flipV="1">
                  <a:off x="2721471" y="2688677"/>
                  <a:ext cx="232451" cy="222547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prstDash val="sysDash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直接箭头连接符 44">
                  <a:extLst>
                    <a:ext uri="{FF2B5EF4-FFF2-40B4-BE49-F238E27FC236}">
                      <a16:creationId xmlns:a16="http://schemas.microsoft.com/office/drawing/2014/main" id="{1BD2DB1D-DEA1-2FA4-8CB1-CBE5A24410D2}"/>
                    </a:ext>
                  </a:extLst>
                </p:cNvPr>
                <p:cNvCxnSpPr>
                  <a:cxnSpLocks/>
                  <a:stCxn id="35" idx="5"/>
                  <a:endCxn id="42" idx="2"/>
                </p:cNvCxnSpPr>
                <p:nvPr/>
              </p:nvCxnSpPr>
              <p:spPr>
                <a:xfrm>
                  <a:off x="2721471" y="2962136"/>
                  <a:ext cx="168452" cy="157210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prstDash val="sysDash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直接箭头连接符 45">
                  <a:extLst>
                    <a:ext uri="{FF2B5EF4-FFF2-40B4-BE49-F238E27FC236}">
                      <a16:creationId xmlns:a16="http://schemas.microsoft.com/office/drawing/2014/main" id="{08E0C748-3002-2F34-33A8-F53205069255}"/>
                    </a:ext>
                  </a:extLst>
                </p:cNvPr>
                <p:cNvCxnSpPr>
                  <a:cxnSpLocks/>
                  <a:stCxn id="35" idx="3"/>
                  <a:endCxn id="43" idx="0"/>
                </p:cNvCxnSpPr>
                <p:nvPr/>
              </p:nvCxnSpPr>
              <p:spPr>
                <a:xfrm flipH="1">
                  <a:off x="2489512" y="2962136"/>
                  <a:ext cx="181047" cy="417994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prstDash val="sysDash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9B58F744-41EC-BB99-81AC-47277F54A3F6}"/>
                      </a:ext>
                    </a:extLst>
                  </p:cNvPr>
                  <p:cNvSpPr txBox="1"/>
                  <p:nvPr/>
                </p:nvSpPr>
                <p:spPr>
                  <a:xfrm>
                    <a:off x="4460117" y="2827191"/>
                    <a:ext cx="264431" cy="26520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9B58F744-41EC-BB99-81AC-47277F54A3F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60117" y="2827191"/>
                    <a:ext cx="264431" cy="265201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8605" r="-9302" b="-2045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1" name="组合 70">
              <a:extLst>
                <a:ext uri="{FF2B5EF4-FFF2-40B4-BE49-F238E27FC236}">
                  <a16:creationId xmlns:a16="http://schemas.microsoft.com/office/drawing/2014/main" id="{102CF2D9-CF44-020B-083E-E011F871F381}"/>
                </a:ext>
              </a:extLst>
            </p:cNvPr>
            <p:cNvGrpSpPr/>
            <p:nvPr/>
          </p:nvGrpSpPr>
          <p:grpSpPr>
            <a:xfrm>
              <a:off x="4585118" y="7862443"/>
              <a:ext cx="1508827" cy="1181802"/>
              <a:chOff x="6400299" y="7200729"/>
              <a:chExt cx="1508827" cy="1181802"/>
            </a:xfrm>
          </p:grpSpPr>
          <p:grpSp>
            <p:nvGrpSpPr>
              <p:cNvPr id="47" name="组合 46">
                <a:extLst>
                  <a:ext uri="{FF2B5EF4-FFF2-40B4-BE49-F238E27FC236}">
                    <a16:creationId xmlns:a16="http://schemas.microsoft.com/office/drawing/2014/main" id="{11CF86B7-51B1-3835-BB2E-CD2C54FB2A76}"/>
                  </a:ext>
                </a:extLst>
              </p:cNvPr>
              <p:cNvGrpSpPr/>
              <p:nvPr/>
            </p:nvGrpSpPr>
            <p:grpSpPr>
              <a:xfrm>
                <a:off x="6400299" y="7201255"/>
                <a:ext cx="654228" cy="1181276"/>
                <a:chOff x="4239120" y="1911116"/>
                <a:chExt cx="654228" cy="1181276"/>
              </a:xfrm>
            </p:grpSpPr>
            <p:grpSp>
              <p:nvGrpSpPr>
                <p:cNvPr id="48" name="组合 47">
                  <a:extLst>
                    <a:ext uri="{FF2B5EF4-FFF2-40B4-BE49-F238E27FC236}">
                      <a16:creationId xmlns:a16="http://schemas.microsoft.com/office/drawing/2014/main" id="{EC0D792A-8CA7-23E4-C33E-13B1AD98349F}"/>
                    </a:ext>
                  </a:extLst>
                </p:cNvPr>
                <p:cNvGrpSpPr/>
                <p:nvPr/>
              </p:nvGrpSpPr>
              <p:grpSpPr>
                <a:xfrm>
                  <a:off x="4239120" y="1911116"/>
                  <a:ext cx="654228" cy="826631"/>
                  <a:chOff x="2184400" y="2321542"/>
                  <a:chExt cx="1017811" cy="1286025"/>
                </a:xfrm>
              </p:grpSpPr>
              <p:sp>
                <p:nvSpPr>
                  <p:cNvPr id="50" name="椭圆 49">
                    <a:extLst>
                      <a:ext uri="{FF2B5EF4-FFF2-40B4-BE49-F238E27FC236}">
                        <a16:creationId xmlns:a16="http://schemas.microsoft.com/office/drawing/2014/main" id="{B90C8F95-10B3-A85B-9E4E-F2A993BF3BFA}"/>
                      </a:ext>
                    </a:extLst>
                  </p:cNvPr>
                  <p:cNvSpPr/>
                  <p:nvPr/>
                </p:nvSpPr>
                <p:spPr>
                  <a:xfrm>
                    <a:off x="2184400" y="2387600"/>
                    <a:ext cx="321706" cy="291997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tx2">
                          <a:lumMod val="50000"/>
                          <a:lumOff val="50000"/>
                        </a:schemeClr>
                      </a:gs>
                      <a:gs pos="50000">
                        <a:schemeClr val="tx2">
                          <a:lumMod val="25000"/>
                          <a:lumOff val="75000"/>
                        </a:schemeClr>
                      </a:gs>
                      <a:gs pos="100000">
                        <a:schemeClr val="tx2">
                          <a:lumMod val="10000"/>
                          <a:lumOff val="90000"/>
                        </a:scheme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51" name="椭圆 50">
                    <a:extLst>
                      <a:ext uri="{FF2B5EF4-FFF2-40B4-BE49-F238E27FC236}">
                        <a16:creationId xmlns:a16="http://schemas.microsoft.com/office/drawing/2014/main" id="{9CE927F3-3EE6-647C-24CA-2CA5BE18B528}"/>
                      </a:ext>
                    </a:extLst>
                  </p:cNvPr>
                  <p:cNvSpPr/>
                  <p:nvPr/>
                </p:nvSpPr>
                <p:spPr>
                  <a:xfrm>
                    <a:off x="2660015" y="2900680"/>
                    <a:ext cx="72000" cy="7200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cxnSp>
                <p:nvCxnSpPr>
                  <p:cNvPr id="52" name="直接箭头连接符 51">
                    <a:extLst>
                      <a:ext uri="{FF2B5EF4-FFF2-40B4-BE49-F238E27FC236}">
                        <a16:creationId xmlns:a16="http://schemas.microsoft.com/office/drawing/2014/main" id="{05F7C0A4-808A-B7DD-BA5B-CE9B50EE4AFF}"/>
                      </a:ext>
                    </a:extLst>
                  </p:cNvPr>
                  <p:cNvCxnSpPr>
                    <a:cxnSpLocks/>
                    <a:stCxn id="51" idx="1"/>
                    <a:endCxn id="50" idx="5"/>
                  </p:cNvCxnSpPr>
                  <p:nvPr/>
                </p:nvCxnSpPr>
                <p:spPr>
                  <a:xfrm flipH="1" flipV="1">
                    <a:off x="2458993" y="2636835"/>
                    <a:ext cx="211566" cy="274389"/>
                  </a:xfrm>
                  <a:prstGeom prst="straightConnector1">
                    <a:avLst/>
                  </a:prstGeom>
                  <a:ln w="19050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ysDash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3" name="椭圆 52">
                    <a:extLst>
                      <a:ext uri="{FF2B5EF4-FFF2-40B4-BE49-F238E27FC236}">
                        <a16:creationId xmlns:a16="http://schemas.microsoft.com/office/drawing/2014/main" id="{D44AF34B-3510-4786-A4FB-2D67A4139474}"/>
                      </a:ext>
                    </a:extLst>
                  </p:cNvPr>
                  <p:cNvSpPr/>
                  <p:nvPr/>
                </p:nvSpPr>
                <p:spPr>
                  <a:xfrm>
                    <a:off x="2919453" y="2321542"/>
                    <a:ext cx="235372" cy="430125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tx2">
                          <a:lumMod val="50000"/>
                          <a:lumOff val="50000"/>
                        </a:schemeClr>
                      </a:gs>
                      <a:gs pos="50000">
                        <a:schemeClr val="tx2">
                          <a:lumMod val="25000"/>
                          <a:lumOff val="75000"/>
                        </a:schemeClr>
                      </a:gs>
                      <a:gs pos="100000">
                        <a:schemeClr val="tx2">
                          <a:lumMod val="10000"/>
                          <a:lumOff val="90000"/>
                        </a:scheme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54" name="椭圆 53">
                    <a:extLst>
                      <a:ext uri="{FF2B5EF4-FFF2-40B4-BE49-F238E27FC236}">
                        <a16:creationId xmlns:a16="http://schemas.microsoft.com/office/drawing/2014/main" id="{D7B0FCC4-19EA-4740-1396-38CA92BFB6AE}"/>
                      </a:ext>
                    </a:extLst>
                  </p:cNvPr>
                  <p:cNvSpPr/>
                  <p:nvPr/>
                </p:nvSpPr>
                <p:spPr>
                  <a:xfrm rot="1613616">
                    <a:off x="2872070" y="2948830"/>
                    <a:ext cx="330141" cy="49036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tx2">
                          <a:lumMod val="50000"/>
                          <a:lumOff val="50000"/>
                        </a:schemeClr>
                      </a:gs>
                      <a:gs pos="50000">
                        <a:schemeClr val="tx2">
                          <a:lumMod val="25000"/>
                          <a:lumOff val="75000"/>
                        </a:schemeClr>
                      </a:gs>
                      <a:gs pos="100000">
                        <a:schemeClr val="tx2">
                          <a:lumMod val="10000"/>
                          <a:lumOff val="90000"/>
                        </a:scheme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55" name="椭圆 54">
                    <a:extLst>
                      <a:ext uri="{FF2B5EF4-FFF2-40B4-BE49-F238E27FC236}">
                        <a16:creationId xmlns:a16="http://schemas.microsoft.com/office/drawing/2014/main" id="{C23E37F9-8AEE-7979-D406-9CAF0A3BA12E}"/>
                      </a:ext>
                    </a:extLst>
                  </p:cNvPr>
                  <p:cNvSpPr/>
                  <p:nvPr/>
                </p:nvSpPr>
                <p:spPr>
                  <a:xfrm rot="1613616">
                    <a:off x="2220213" y="3367128"/>
                    <a:ext cx="429839" cy="240439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tx2">
                          <a:lumMod val="50000"/>
                          <a:lumOff val="50000"/>
                        </a:schemeClr>
                      </a:gs>
                      <a:gs pos="50000">
                        <a:schemeClr val="tx2">
                          <a:lumMod val="25000"/>
                          <a:lumOff val="75000"/>
                        </a:schemeClr>
                      </a:gs>
                      <a:gs pos="100000">
                        <a:schemeClr val="tx2">
                          <a:lumMod val="10000"/>
                          <a:lumOff val="90000"/>
                        </a:scheme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cxnSp>
                <p:nvCxnSpPr>
                  <p:cNvPr id="56" name="直接箭头连接符 55">
                    <a:extLst>
                      <a:ext uri="{FF2B5EF4-FFF2-40B4-BE49-F238E27FC236}">
                        <a16:creationId xmlns:a16="http://schemas.microsoft.com/office/drawing/2014/main" id="{10C7B2F6-C2BE-4333-6FF9-3992F8473D3C}"/>
                      </a:ext>
                    </a:extLst>
                  </p:cNvPr>
                  <p:cNvCxnSpPr>
                    <a:cxnSpLocks/>
                    <a:stCxn id="51" idx="7"/>
                    <a:endCxn id="53" idx="3"/>
                  </p:cNvCxnSpPr>
                  <p:nvPr/>
                </p:nvCxnSpPr>
                <p:spPr>
                  <a:xfrm flipV="1">
                    <a:off x="2721471" y="2688677"/>
                    <a:ext cx="232451" cy="222547"/>
                  </a:xfrm>
                  <a:prstGeom prst="straightConnector1">
                    <a:avLst/>
                  </a:prstGeom>
                  <a:ln w="19050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ysDash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直接箭头连接符 56">
                    <a:extLst>
                      <a:ext uri="{FF2B5EF4-FFF2-40B4-BE49-F238E27FC236}">
                        <a16:creationId xmlns:a16="http://schemas.microsoft.com/office/drawing/2014/main" id="{44E47C48-40AE-2FA6-DC00-48A4869412BD}"/>
                      </a:ext>
                    </a:extLst>
                  </p:cNvPr>
                  <p:cNvCxnSpPr>
                    <a:cxnSpLocks/>
                    <a:stCxn id="51" idx="5"/>
                    <a:endCxn id="54" idx="2"/>
                  </p:cNvCxnSpPr>
                  <p:nvPr/>
                </p:nvCxnSpPr>
                <p:spPr>
                  <a:xfrm>
                    <a:off x="2721471" y="2962136"/>
                    <a:ext cx="168452" cy="157210"/>
                  </a:xfrm>
                  <a:prstGeom prst="straightConnector1">
                    <a:avLst/>
                  </a:prstGeom>
                  <a:ln w="19050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ysDash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直接箭头连接符 57">
                    <a:extLst>
                      <a:ext uri="{FF2B5EF4-FFF2-40B4-BE49-F238E27FC236}">
                        <a16:creationId xmlns:a16="http://schemas.microsoft.com/office/drawing/2014/main" id="{4D4F7125-157A-7C14-FFC5-4D5D49DD4F72}"/>
                      </a:ext>
                    </a:extLst>
                  </p:cNvPr>
                  <p:cNvCxnSpPr>
                    <a:cxnSpLocks/>
                    <a:stCxn id="51" idx="3"/>
                    <a:endCxn id="55" idx="0"/>
                  </p:cNvCxnSpPr>
                  <p:nvPr/>
                </p:nvCxnSpPr>
                <p:spPr>
                  <a:xfrm flipH="1">
                    <a:off x="2489512" y="2962136"/>
                    <a:ext cx="181047" cy="417994"/>
                  </a:xfrm>
                  <a:prstGeom prst="straightConnector1">
                    <a:avLst/>
                  </a:prstGeom>
                  <a:ln w="19050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ysDash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9" name="文本框 48">
                      <a:extLst>
                        <a:ext uri="{FF2B5EF4-FFF2-40B4-BE49-F238E27FC236}">
                          <a16:creationId xmlns:a16="http://schemas.microsoft.com/office/drawing/2014/main" id="{94B13092-94DE-756D-21B7-B8AA94CDE87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60117" y="2827191"/>
                      <a:ext cx="264431" cy="265201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600" dirty="0"/>
                    </a:p>
                  </p:txBody>
                </p:sp>
              </mc:Choice>
              <mc:Fallback xmlns="">
                <p:sp>
                  <p:nvSpPr>
                    <p:cNvPr id="49" name="文本框 48">
                      <a:extLst>
                        <a:ext uri="{FF2B5EF4-FFF2-40B4-BE49-F238E27FC236}">
                          <a16:creationId xmlns:a16="http://schemas.microsoft.com/office/drawing/2014/main" id="{94B13092-94DE-756D-21B7-B8AA94CDE87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60117" y="2827191"/>
                      <a:ext cx="264431" cy="265201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15909" r="-6818" b="-2045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59" name="组合 58">
                <a:extLst>
                  <a:ext uri="{FF2B5EF4-FFF2-40B4-BE49-F238E27FC236}">
                    <a16:creationId xmlns:a16="http://schemas.microsoft.com/office/drawing/2014/main" id="{7670C7A8-DA76-0C9C-0F7B-393B152AE098}"/>
                  </a:ext>
                </a:extLst>
              </p:cNvPr>
              <p:cNvGrpSpPr/>
              <p:nvPr/>
            </p:nvGrpSpPr>
            <p:grpSpPr>
              <a:xfrm>
                <a:off x="7254898" y="7200729"/>
                <a:ext cx="654228" cy="1162296"/>
                <a:chOff x="4239120" y="1911116"/>
                <a:chExt cx="654228" cy="1162296"/>
              </a:xfrm>
            </p:grpSpPr>
            <p:grpSp>
              <p:nvGrpSpPr>
                <p:cNvPr id="60" name="组合 59">
                  <a:extLst>
                    <a:ext uri="{FF2B5EF4-FFF2-40B4-BE49-F238E27FC236}">
                      <a16:creationId xmlns:a16="http://schemas.microsoft.com/office/drawing/2014/main" id="{DA887501-DF07-5ACF-8C62-30E2D6B11642}"/>
                    </a:ext>
                  </a:extLst>
                </p:cNvPr>
                <p:cNvGrpSpPr/>
                <p:nvPr/>
              </p:nvGrpSpPr>
              <p:grpSpPr>
                <a:xfrm>
                  <a:off x="4239120" y="1911116"/>
                  <a:ext cx="654228" cy="826631"/>
                  <a:chOff x="2184400" y="2321542"/>
                  <a:chExt cx="1017811" cy="1286025"/>
                </a:xfrm>
              </p:grpSpPr>
              <p:sp>
                <p:nvSpPr>
                  <p:cNvPr id="62" name="椭圆 61">
                    <a:extLst>
                      <a:ext uri="{FF2B5EF4-FFF2-40B4-BE49-F238E27FC236}">
                        <a16:creationId xmlns:a16="http://schemas.microsoft.com/office/drawing/2014/main" id="{17BB9519-6992-45F9-2A6A-92F384C6D86A}"/>
                      </a:ext>
                    </a:extLst>
                  </p:cNvPr>
                  <p:cNvSpPr/>
                  <p:nvPr/>
                </p:nvSpPr>
                <p:spPr>
                  <a:xfrm>
                    <a:off x="2184400" y="2387600"/>
                    <a:ext cx="321706" cy="291997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tx2">
                          <a:lumMod val="50000"/>
                          <a:lumOff val="50000"/>
                        </a:schemeClr>
                      </a:gs>
                      <a:gs pos="50000">
                        <a:schemeClr val="tx2">
                          <a:lumMod val="25000"/>
                          <a:lumOff val="75000"/>
                        </a:schemeClr>
                      </a:gs>
                      <a:gs pos="100000">
                        <a:schemeClr val="tx2">
                          <a:lumMod val="10000"/>
                          <a:lumOff val="90000"/>
                        </a:scheme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3" name="椭圆 62">
                    <a:extLst>
                      <a:ext uri="{FF2B5EF4-FFF2-40B4-BE49-F238E27FC236}">
                        <a16:creationId xmlns:a16="http://schemas.microsoft.com/office/drawing/2014/main" id="{19CB4EE4-6A7C-B974-E0EB-F85E34E1D5D8}"/>
                      </a:ext>
                    </a:extLst>
                  </p:cNvPr>
                  <p:cNvSpPr/>
                  <p:nvPr/>
                </p:nvSpPr>
                <p:spPr>
                  <a:xfrm>
                    <a:off x="2660015" y="2900680"/>
                    <a:ext cx="72000" cy="7200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cxnSp>
                <p:nvCxnSpPr>
                  <p:cNvPr id="64" name="直接箭头连接符 63">
                    <a:extLst>
                      <a:ext uri="{FF2B5EF4-FFF2-40B4-BE49-F238E27FC236}">
                        <a16:creationId xmlns:a16="http://schemas.microsoft.com/office/drawing/2014/main" id="{FE0A4137-9AD5-E6F3-4866-ABC46A48A363}"/>
                      </a:ext>
                    </a:extLst>
                  </p:cNvPr>
                  <p:cNvCxnSpPr>
                    <a:cxnSpLocks/>
                    <a:stCxn id="63" idx="1"/>
                    <a:endCxn id="62" idx="5"/>
                  </p:cNvCxnSpPr>
                  <p:nvPr/>
                </p:nvCxnSpPr>
                <p:spPr>
                  <a:xfrm flipH="1" flipV="1">
                    <a:off x="2458993" y="2636835"/>
                    <a:ext cx="211566" cy="274389"/>
                  </a:xfrm>
                  <a:prstGeom prst="straightConnector1">
                    <a:avLst/>
                  </a:prstGeom>
                  <a:ln w="19050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ysDash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5" name="椭圆 64">
                    <a:extLst>
                      <a:ext uri="{FF2B5EF4-FFF2-40B4-BE49-F238E27FC236}">
                        <a16:creationId xmlns:a16="http://schemas.microsoft.com/office/drawing/2014/main" id="{26325B91-381F-5197-B76F-0660CC893608}"/>
                      </a:ext>
                    </a:extLst>
                  </p:cNvPr>
                  <p:cNvSpPr/>
                  <p:nvPr/>
                </p:nvSpPr>
                <p:spPr>
                  <a:xfrm>
                    <a:off x="2919453" y="2321542"/>
                    <a:ext cx="235372" cy="430125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tx2">
                          <a:lumMod val="50000"/>
                          <a:lumOff val="50000"/>
                        </a:schemeClr>
                      </a:gs>
                      <a:gs pos="50000">
                        <a:schemeClr val="tx2">
                          <a:lumMod val="25000"/>
                          <a:lumOff val="75000"/>
                        </a:schemeClr>
                      </a:gs>
                      <a:gs pos="100000">
                        <a:schemeClr val="tx2">
                          <a:lumMod val="10000"/>
                          <a:lumOff val="90000"/>
                        </a:scheme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6" name="椭圆 65">
                    <a:extLst>
                      <a:ext uri="{FF2B5EF4-FFF2-40B4-BE49-F238E27FC236}">
                        <a16:creationId xmlns:a16="http://schemas.microsoft.com/office/drawing/2014/main" id="{951C63C3-4752-96F6-93A9-F3FFB9CA3259}"/>
                      </a:ext>
                    </a:extLst>
                  </p:cNvPr>
                  <p:cNvSpPr/>
                  <p:nvPr/>
                </p:nvSpPr>
                <p:spPr>
                  <a:xfrm rot="1613616">
                    <a:off x="2872070" y="2948830"/>
                    <a:ext cx="330141" cy="49036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tx2">
                          <a:lumMod val="50000"/>
                          <a:lumOff val="50000"/>
                        </a:schemeClr>
                      </a:gs>
                      <a:gs pos="50000">
                        <a:schemeClr val="tx2">
                          <a:lumMod val="25000"/>
                          <a:lumOff val="75000"/>
                        </a:schemeClr>
                      </a:gs>
                      <a:gs pos="100000">
                        <a:schemeClr val="tx2">
                          <a:lumMod val="10000"/>
                          <a:lumOff val="90000"/>
                        </a:scheme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7" name="椭圆 66">
                    <a:extLst>
                      <a:ext uri="{FF2B5EF4-FFF2-40B4-BE49-F238E27FC236}">
                        <a16:creationId xmlns:a16="http://schemas.microsoft.com/office/drawing/2014/main" id="{2364B7C3-F183-7269-0067-CE65B70E32BC}"/>
                      </a:ext>
                    </a:extLst>
                  </p:cNvPr>
                  <p:cNvSpPr/>
                  <p:nvPr/>
                </p:nvSpPr>
                <p:spPr>
                  <a:xfrm rot="1613616">
                    <a:off x="2220213" y="3367128"/>
                    <a:ext cx="429839" cy="240439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tx2">
                          <a:lumMod val="50000"/>
                          <a:lumOff val="50000"/>
                        </a:schemeClr>
                      </a:gs>
                      <a:gs pos="50000">
                        <a:schemeClr val="tx2">
                          <a:lumMod val="25000"/>
                          <a:lumOff val="75000"/>
                        </a:schemeClr>
                      </a:gs>
                      <a:gs pos="100000">
                        <a:schemeClr val="tx2">
                          <a:lumMod val="10000"/>
                          <a:lumOff val="90000"/>
                        </a:scheme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cxnSp>
                <p:nvCxnSpPr>
                  <p:cNvPr id="68" name="直接箭头连接符 67">
                    <a:extLst>
                      <a:ext uri="{FF2B5EF4-FFF2-40B4-BE49-F238E27FC236}">
                        <a16:creationId xmlns:a16="http://schemas.microsoft.com/office/drawing/2014/main" id="{46FD0485-4815-8724-0BB5-530BCCC8A6E4}"/>
                      </a:ext>
                    </a:extLst>
                  </p:cNvPr>
                  <p:cNvCxnSpPr>
                    <a:cxnSpLocks/>
                    <a:stCxn id="63" idx="7"/>
                    <a:endCxn id="65" idx="3"/>
                  </p:cNvCxnSpPr>
                  <p:nvPr/>
                </p:nvCxnSpPr>
                <p:spPr>
                  <a:xfrm flipV="1">
                    <a:off x="2721471" y="2688677"/>
                    <a:ext cx="232451" cy="222547"/>
                  </a:xfrm>
                  <a:prstGeom prst="straightConnector1">
                    <a:avLst/>
                  </a:prstGeom>
                  <a:ln w="19050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ysDash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" name="直接箭头连接符 68">
                    <a:extLst>
                      <a:ext uri="{FF2B5EF4-FFF2-40B4-BE49-F238E27FC236}">
                        <a16:creationId xmlns:a16="http://schemas.microsoft.com/office/drawing/2014/main" id="{B11E2BAF-6CF8-0BA9-84EC-87014444A362}"/>
                      </a:ext>
                    </a:extLst>
                  </p:cNvPr>
                  <p:cNvCxnSpPr>
                    <a:cxnSpLocks/>
                    <a:stCxn id="63" idx="5"/>
                    <a:endCxn id="66" idx="2"/>
                  </p:cNvCxnSpPr>
                  <p:nvPr/>
                </p:nvCxnSpPr>
                <p:spPr>
                  <a:xfrm>
                    <a:off x="2721471" y="2962136"/>
                    <a:ext cx="168452" cy="157210"/>
                  </a:xfrm>
                  <a:prstGeom prst="straightConnector1">
                    <a:avLst/>
                  </a:prstGeom>
                  <a:ln w="19050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ysDash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" name="直接箭头连接符 69">
                    <a:extLst>
                      <a:ext uri="{FF2B5EF4-FFF2-40B4-BE49-F238E27FC236}">
                        <a16:creationId xmlns:a16="http://schemas.microsoft.com/office/drawing/2014/main" id="{C80BD1B4-ACF0-46E3-A4B8-43907D367E48}"/>
                      </a:ext>
                    </a:extLst>
                  </p:cNvPr>
                  <p:cNvCxnSpPr>
                    <a:cxnSpLocks/>
                    <a:stCxn id="63" idx="3"/>
                    <a:endCxn id="67" idx="0"/>
                  </p:cNvCxnSpPr>
                  <p:nvPr/>
                </p:nvCxnSpPr>
                <p:spPr>
                  <a:xfrm flipH="1">
                    <a:off x="2489512" y="2962136"/>
                    <a:ext cx="181047" cy="417994"/>
                  </a:xfrm>
                  <a:prstGeom prst="straightConnector1">
                    <a:avLst/>
                  </a:prstGeom>
                  <a:ln w="19050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ysDash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1" name="文本框 60">
                      <a:extLst>
                        <a:ext uri="{FF2B5EF4-FFF2-40B4-BE49-F238E27FC236}">
                          <a16:creationId xmlns:a16="http://schemas.microsoft.com/office/drawing/2014/main" id="{2890A5D7-D0D0-4F15-4411-D102E9888CD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60117" y="2827191"/>
                      <a:ext cx="243400" cy="246221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600" dirty="0"/>
                    </a:p>
                  </p:txBody>
                </p:sp>
              </mc:Choice>
              <mc:Fallback xmlns="">
                <p:sp>
                  <p:nvSpPr>
                    <p:cNvPr id="61" name="文本框 60">
                      <a:extLst>
                        <a:ext uri="{FF2B5EF4-FFF2-40B4-BE49-F238E27FC236}">
                          <a16:creationId xmlns:a16="http://schemas.microsoft.com/office/drawing/2014/main" id="{2890A5D7-D0D0-4F15-4411-D102E9888CD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60117" y="2827191"/>
                      <a:ext cx="243400" cy="246221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20000" r="-2500" b="-125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106" name="组合 105">
              <a:extLst>
                <a:ext uri="{FF2B5EF4-FFF2-40B4-BE49-F238E27FC236}">
                  <a16:creationId xmlns:a16="http://schemas.microsoft.com/office/drawing/2014/main" id="{5BDB255C-537F-E0CE-B48A-ED0351A6E118}"/>
                </a:ext>
              </a:extLst>
            </p:cNvPr>
            <p:cNvGrpSpPr/>
            <p:nvPr/>
          </p:nvGrpSpPr>
          <p:grpSpPr>
            <a:xfrm>
              <a:off x="4627624" y="6285438"/>
              <a:ext cx="1099133" cy="838512"/>
              <a:chOff x="5060327" y="5771963"/>
              <a:chExt cx="1099133" cy="838512"/>
            </a:xfrm>
          </p:grpSpPr>
          <p:grpSp>
            <p:nvGrpSpPr>
              <p:cNvPr id="94" name="组合 93">
                <a:extLst>
                  <a:ext uri="{FF2B5EF4-FFF2-40B4-BE49-F238E27FC236}">
                    <a16:creationId xmlns:a16="http://schemas.microsoft.com/office/drawing/2014/main" id="{E27CE71C-6FFF-1EC4-3EFE-49F7A2CE5E30}"/>
                  </a:ext>
                </a:extLst>
              </p:cNvPr>
              <p:cNvGrpSpPr/>
              <p:nvPr/>
            </p:nvGrpSpPr>
            <p:grpSpPr>
              <a:xfrm>
                <a:off x="5060327" y="5771963"/>
                <a:ext cx="444083" cy="838512"/>
                <a:chOff x="5060327" y="5771963"/>
                <a:chExt cx="444083" cy="838512"/>
              </a:xfrm>
            </p:grpSpPr>
            <p:sp>
              <p:nvSpPr>
                <p:cNvPr id="140" name="椭圆 139">
                  <a:extLst>
                    <a:ext uri="{FF2B5EF4-FFF2-40B4-BE49-F238E27FC236}">
                      <a16:creationId xmlns:a16="http://schemas.microsoft.com/office/drawing/2014/main" id="{72907A54-5E8D-D2F0-DEB3-2532FC1080E4}"/>
                    </a:ext>
                  </a:extLst>
                </p:cNvPr>
                <p:cNvSpPr/>
                <p:nvPr/>
              </p:nvSpPr>
              <p:spPr>
                <a:xfrm>
                  <a:off x="5060327" y="5812459"/>
                  <a:ext cx="134422" cy="13297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50000">
                      <a:schemeClr val="tx2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10000"/>
                        <a:lumOff val="9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1" name="椭圆 140">
                  <a:extLst>
                    <a:ext uri="{FF2B5EF4-FFF2-40B4-BE49-F238E27FC236}">
                      <a16:creationId xmlns:a16="http://schemas.microsoft.com/office/drawing/2014/main" id="{1A5F746B-14A8-FF8A-C44B-792733C1DD29}"/>
                    </a:ext>
                  </a:extLst>
                </p:cNvPr>
                <p:cNvSpPr/>
                <p:nvPr/>
              </p:nvSpPr>
              <p:spPr>
                <a:xfrm>
                  <a:off x="5249890" y="6027076"/>
                  <a:ext cx="46280" cy="4628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142" name="直接箭头连接符 141">
                  <a:extLst>
                    <a:ext uri="{FF2B5EF4-FFF2-40B4-BE49-F238E27FC236}">
                      <a16:creationId xmlns:a16="http://schemas.microsoft.com/office/drawing/2014/main" id="{84163DDD-1E95-4A1A-1DC1-5215C996061F}"/>
                    </a:ext>
                  </a:extLst>
                </p:cNvPr>
                <p:cNvCxnSpPr>
                  <a:cxnSpLocks/>
                  <a:stCxn id="141" idx="1"/>
                </p:cNvCxnSpPr>
                <p:nvPr/>
              </p:nvCxnSpPr>
              <p:spPr>
                <a:xfrm flipH="1" flipV="1">
                  <a:off x="5166599" y="5924472"/>
                  <a:ext cx="90069" cy="109382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prstDash val="sysDash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3" name="椭圆 142">
                  <a:extLst>
                    <a:ext uri="{FF2B5EF4-FFF2-40B4-BE49-F238E27FC236}">
                      <a16:creationId xmlns:a16="http://schemas.microsoft.com/office/drawing/2014/main" id="{8C3BE9B7-CA0B-1F1F-A30A-7316DB3931A6}"/>
                    </a:ext>
                  </a:extLst>
                </p:cNvPr>
                <p:cNvSpPr/>
                <p:nvPr/>
              </p:nvSpPr>
              <p:spPr>
                <a:xfrm>
                  <a:off x="5394134" y="5771963"/>
                  <a:ext cx="98348" cy="19588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50000">
                      <a:schemeClr val="tx2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10000"/>
                        <a:lumOff val="9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4" name="椭圆 143">
                  <a:extLst>
                    <a:ext uri="{FF2B5EF4-FFF2-40B4-BE49-F238E27FC236}">
                      <a16:creationId xmlns:a16="http://schemas.microsoft.com/office/drawing/2014/main" id="{5B5604F5-1C80-EDC6-5DCD-0A9AE8CD4679}"/>
                    </a:ext>
                  </a:extLst>
                </p:cNvPr>
                <p:cNvSpPr/>
                <p:nvPr/>
              </p:nvSpPr>
              <p:spPr>
                <a:xfrm rot="1613616">
                  <a:off x="5366463" y="6049997"/>
                  <a:ext cx="137947" cy="223321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50000">
                      <a:schemeClr val="tx2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10000"/>
                        <a:lumOff val="9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5" name="椭圆 144">
                  <a:extLst>
                    <a:ext uri="{FF2B5EF4-FFF2-40B4-BE49-F238E27FC236}">
                      <a16:creationId xmlns:a16="http://schemas.microsoft.com/office/drawing/2014/main" id="{210F13EB-7591-7FBB-20CC-9B1384B56FDE}"/>
                    </a:ext>
                  </a:extLst>
                </p:cNvPr>
                <p:cNvSpPr/>
                <p:nvPr/>
              </p:nvSpPr>
              <p:spPr>
                <a:xfrm rot="1613616">
                  <a:off x="5064680" y="6188954"/>
                  <a:ext cx="179604" cy="10949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50000">
                      <a:schemeClr val="tx2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10000"/>
                        <a:lumOff val="9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146" name="直接箭头连接符 145">
                  <a:extLst>
                    <a:ext uri="{FF2B5EF4-FFF2-40B4-BE49-F238E27FC236}">
                      <a16:creationId xmlns:a16="http://schemas.microsoft.com/office/drawing/2014/main" id="{37EF391D-EC2D-B523-5F52-32B558478132}"/>
                    </a:ext>
                  </a:extLst>
                </p:cNvPr>
                <p:cNvCxnSpPr>
                  <a:cxnSpLocks/>
                  <a:stCxn id="141" idx="7"/>
                </p:cNvCxnSpPr>
                <p:nvPr/>
              </p:nvCxnSpPr>
              <p:spPr>
                <a:xfrm flipV="1">
                  <a:off x="5289392" y="5931294"/>
                  <a:ext cx="108277" cy="102560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prstDash val="sysDash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" name="直接箭头连接符 146">
                  <a:extLst>
                    <a:ext uri="{FF2B5EF4-FFF2-40B4-BE49-F238E27FC236}">
                      <a16:creationId xmlns:a16="http://schemas.microsoft.com/office/drawing/2014/main" id="{8CAD8054-AC90-E443-0872-1A0B37D604CA}"/>
                    </a:ext>
                  </a:extLst>
                </p:cNvPr>
                <p:cNvCxnSpPr>
                  <a:cxnSpLocks/>
                  <a:stCxn id="141" idx="5"/>
                </p:cNvCxnSpPr>
                <p:nvPr/>
              </p:nvCxnSpPr>
              <p:spPr>
                <a:xfrm>
                  <a:off x="5289392" y="6066578"/>
                  <a:ext cx="85402" cy="69880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prstDash val="sysDash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" name="直接箭头连接符 147">
                  <a:extLst>
                    <a:ext uri="{FF2B5EF4-FFF2-40B4-BE49-F238E27FC236}">
                      <a16:creationId xmlns:a16="http://schemas.microsoft.com/office/drawing/2014/main" id="{36F74A43-936F-4B84-DCBF-4B2E8D3FBD0A}"/>
                    </a:ext>
                  </a:extLst>
                </p:cNvPr>
                <p:cNvCxnSpPr>
                  <a:cxnSpLocks/>
                  <a:stCxn id="141" idx="3"/>
                </p:cNvCxnSpPr>
                <p:nvPr/>
              </p:nvCxnSpPr>
              <p:spPr>
                <a:xfrm flipH="1">
                  <a:off x="5194749" y="6066578"/>
                  <a:ext cx="61919" cy="149046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prstDash val="sysDash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9" name="文本框 138">
                      <a:extLst>
                        <a:ext uri="{FF2B5EF4-FFF2-40B4-BE49-F238E27FC236}">
                          <a16:creationId xmlns:a16="http://schemas.microsoft.com/office/drawing/2014/main" id="{799B16B7-7AC0-2B34-D9E9-68AA302FF84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158312" y="6345274"/>
                      <a:ext cx="264431" cy="265201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600" dirty="0"/>
                    </a:p>
                  </p:txBody>
                </p:sp>
              </mc:Choice>
              <mc:Fallback xmlns="">
                <p:sp>
                  <p:nvSpPr>
                    <p:cNvPr id="139" name="文本框 138">
                      <a:extLst>
                        <a:ext uri="{FF2B5EF4-FFF2-40B4-BE49-F238E27FC236}">
                          <a16:creationId xmlns:a16="http://schemas.microsoft.com/office/drawing/2014/main" id="{799B16B7-7AC0-2B34-D9E9-68AA302FF84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158312" y="6345274"/>
                      <a:ext cx="264431" cy="265201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15909" r="-6818" b="-2045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95" name="组合 94">
                <a:extLst>
                  <a:ext uri="{FF2B5EF4-FFF2-40B4-BE49-F238E27FC236}">
                    <a16:creationId xmlns:a16="http://schemas.microsoft.com/office/drawing/2014/main" id="{52D8380E-A80B-9A82-141E-212E1EB1B62B}"/>
                  </a:ext>
                </a:extLst>
              </p:cNvPr>
              <p:cNvGrpSpPr/>
              <p:nvPr/>
            </p:nvGrpSpPr>
            <p:grpSpPr>
              <a:xfrm>
                <a:off x="5715377" y="5771963"/>
                <a:ext cx="444083" cy="819532"/>
                <a:chOff x="5060327" y="5771963"/>
                <a:chExt cx="444083" cy="819532"/>
              </a:xfrm>
            </p:grpSpPr>
            <p:sp>
              <p:nvSpPr>
                <p:cNvPr id="96" name="椭圆 95">
                  <a:extLst>
                    <a:ext uri="{FF2B5EF4-FFF2-40B4-BE49-F238E27FC236}">
                      <a16:creationId xmlns:a16="http://schemas.microsoft.com/office/drawing/2014/main" id="{CC57C3E1-8F27-CCB0-8D5A-CD8CAFA22678}"/>
                    </a:ext>
                  </a:extLst>
                </p:cNvPr>
                <p:cNvSpPr/>
                <p:nvPr/>
              </p:nvSpPr>
              <p:spPr>
                <a:xfrm>
                  <a:off x="5060327" y="5812459"/>
                  <a:ext cx="134422" cy="13297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50000">
                      <a:schemeClr val="tx2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10000"/>
                        <a:lumOff val="9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7" name="椭圆 96">
                  <a:extLst>
                    <a:ext uri="{FF2B5EF4-FFF2-40B4-BE49-F238E27FC236}">
                      <a16:creationId xmlns:a16="http://schemas.microsoft.com/office/drawing/2014/main" id="{EBD78F10-AA11-B28F-31C1-0DB77996B4A4}"/>
                    </a:ext>
                  </a:extLst>
                </p:cNvPr>
                <p:cNvSpPr/>
                <p:nvPr/>
              </p:nvSpPr>
              <p:spPr>
                <a:xfrm>
                  <a:off x="5249890" y="6027076"/>
                  <a:ext cx="46280" cy="4628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98" name="直接箭头连接符 97">
                  <a:extLst>
                    <a:ext uri="{FF2B5EF4-FFF2-40B4-BE49-F238E27FC236}">
                      <a16:creationId xmlns:a16="http://schemas.microsoft.com/office/drawing/2014/main" id="{C28B97B4-D27D-BD87-A27A-9EEEFDB79D19}"/>
                    </a:ext>
                  </a:extLst>
                </p:cNvPr>
                <p:cNvCxnSpPr>
                  <a:cxnSpLocks/>
                  <a:stCxn id="97" idx="1"/>
                </p:cNvCxnSpPr>
                <p:nvPr/>
              </p:nvCxnSpPr>
              <p:spPr>
                <a:xfrm flipH="1" flipV="1">
                  <a:off x="5166599" y="5924472"/>
                  <a:ext cx="90069" cy="109382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prstDash val="sysDash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9" name="椭圆 98">
                  <a:extLst>
                    <a:ext uri="{FF2B5EF4-FFF2-40B4-BE49-F238E27FC236}">
                      <a16:creationId xmlns:a16="http://schemas.microsoft.com/office/drawing/2014/main" id="{B7B41A01-F00C-0328-9A13-93E5AEB896B8}"/>
                    </a:ext>
                  </a:extLst>
                </p:cNvPr>
                <p:cNvSpPr/>
                <p:nvPr/>
              </p:nvSpPr>
              <p:spPr>
                <a:xfrm>
                  <a:off x="5394134" y="5771963"/>
                  <a:ext cx="98348" cy="19588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50000">
                      <a:schemeClr val="tx2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10000"/>
                        <a:lumOff val="9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00" name="椭圆 99">
                  <a:extLst>
                    <a:ext uri="{FF2B5EF4-FFF2-40B4-BE49-F238E27FC236}">
                      <a16:creationId xmlns:a16="http://schemas.microsoft.com/office/drawing/2014/main" id="{FD969D8A-24D9-0CF1-7C6C-1E02D1F5F2EF}"/>
                    </a:ext>
                  </a:extLst>
                </p:cNvPr>
                <p:cNvSpPr/>
                <p:nvPr/>
              </p:nvSpPr>
              <p:spPr>
                <a:xfrm rot="1613616">
                  <a:off x="5366463" y="6049997"/>
                  <a:ext cx="137947" cy="223321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50000">
                      <a:schemeClr val="tx2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10000"/>
                        <a:lumOff val="9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01" name="椭圆 100">
                  <a:extLst>
                    <a:ext uri="{FF2B5EF4-FFF2-40B4-BE49-F238E27FC236}">
                      <a16:creationId xmlns:a16="http://schemas.microsoft.com/office/drawing/2014/main" id="{BF35E30A-7C1F-6973-5213-44341DC92363}"/>
                    </a:ext>
                  </a:extLst>
                </p:cNvPr>
                <p:cNvSpPr/>
                <p:nvPr/>
              </p:nvSpPr>
              <p:spPr>
                <a:xfrm rot="1613616">
                  <a:off x="5064680" y="6188954"/>
                  <a:ext cx="179604" cy="10949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50000">
                      <a:schemeClr val="tx2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10000"/>
                        <a:lumOff val="9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102" name="直接箭头连接符 101">
                  <a:extLst>
                    <a:ext uri="{FF2B5EF4-FFF2-40B4-BE49-F238E27FC236}">
                      <a16:creationId xmlns:a16="http://schemas.microsoft.com/office/drawing/2014/main" id="{BA8E3D88-C8AA-952D-6578-5DA578F18A43}"/>
                    </a:ext>
                  </a:extLst>
                </p:cNvPr>
                <p:cNvCxnSpPr>
                  <a:cxnSpLocks/>
                  <a:stCxn id="97" idx="7"/>
                </p:cNvCxnSpPr>
                <p:nvPr/>
              </p:nvCxnSpPr>
              <p:spPr>
                <a:xfrm flipV="1">
                  <a:off x="5289392" y="5931294"/>
                  <a:ext cx="108277" cy="102560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prstDash val="sysDash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直接箭头连接符 102">
                  <a:extLst>
                    <a:ext uri="{FF2B5EF4-FFF2-40B4-BE49-F238E27FC236}">
                      <a16:creationId xmlns:a16="http://schemas.microsoft.com/office/drawing/2014/main" id="{6E1DE711-E364-369E-0597-0A3616F8C9FE}"/>
                    </a:ext>
                  </a:extLst>
                </p:cNvPr>
                <p:cNvCxnSpPr>
                  <a:cxnSpLocks/>
                  <a:stCxn id="97" idx="5"/>
                </p:cNvCxnSpPr>
                <p:nvPr/>
              </p:nvCxnSpPr>
              <p:spPr>
                <a:xfrm>
                  <a:off x="5289392" y="6066578"/>
                  <a:ext cx="85402" cy="69880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prstDash val="sysDash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直接箭头连接符 103">
                  <a:extLst>
                    <a:ext uri="{FF2B5EF4-FFF2-40B4-BE49-F238E27FC236}">
                      <a16:creationId xmlns:a16="http://schemas.microsoft.com/office/drawing/2014/main" id="{5309685E-2CD2-158E-8026-6E1D4153AFE3}"/>
                    </a:ext>
                  </a:extLst>
                </p:cNvPr>
                <p:cNvCxnSpPr>
                  <a:cxnSpLocks/>
                  <a:stCxn id="97" idx="3"/>
                </p:cNvCxnSpPr>
                <p:nvPr/>
              </p:nvCxnSpPr>
              <p:spPr>
                <a:xfrm flipH="1">
                  <a:off x="5194749" y="6066578"/>
                  <a:ext cx="61919" cy="149046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prstDash val="sysDash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5" name="文本框 104">
                      <a:extLst>
                        <a:ext uri="{FF2B5EF4-FFF2-40B4-BE49-F238E27FC236}">
                          <a16:creationId xmlns:a16="http://schemas.microsoft.com/office/drawing/2014/main" id="{F880D2FD-02C2-F89C-DBE8-6DF15129322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158312" y="6345274"/>
                      <a:ext cx="248145" cy="246221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600" dirty="0"/>
                    </a:p>
                  </p:txBody>
                </p:sp>
              </mc:Choice>
              <mc:Fallback xmlns="">
                <p:sp>
                  <p:nvSpPr>
                    <p:cNvPr id="105" name="文本框 104">
                      <a:extLst>
                        <a:ext uri="{FF2B5EF4-FFF2-40B4-BE49-F238E27FC236}">
                          <a16:creationId xmlns:a16="http://schemas.microsoft.com/office/drawing/2014/main" id="{F880D2FD-02C2-F89C-DBE8-6DF15129322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158312" y="6345274"/>
                      <a:ext cx="248145" cy="246221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l="-20000" r="-2500" b="-97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46D54E30-5CBC-41F7-DFDE-8DF07410704F}"/>
                    </a:ext>
                  </a:extLst>
                </p:cNvPr>
                <p:cNvSpPr txBox="1"/>
                <p:nvPr/>
              </p:nvSpPr>
              <p:spPr>
                <a:xfrm>
                  <a:off x="686324" y="9055910"/>
                  <a:ext cx="4981017" cy="35753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r"/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child scale </a:t>
                  </a:r>
                  <a:r>
                    <a:rPr lang="en-US" altLang="zh-CN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inherits parent scale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</m:sub>
                      </m:sSub>
                    </m:oMath>
                  </a14:m>
                  <a:r>
                    <a:rPr lang="en-US" altLang="zh-CN" sz="16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endParaRPr lang="en-US" sz="16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46D54E30-5CBC-41F7-DFDE-8DF0741070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324" y="9055910"/>
                  <a:ext cx="4981017" cy="357534"/>
                </a:xfrm>
                <a:prstGeom prst="rect">
                  <a:avLst/>
                </a:prstGeom>
                <a:blipFill>
                  <a:blip r:embed="rId10"/>
                  <a:stretch>
                    <a:fillRect t="-5172" b="-1724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9" name="组合 108">
              <a:extLst>
                <a:ext uri="{FF2B5EF4-FFF2-40B4-BE49-F238E27FC236}">
                  <a16:creationId xmlns:a16="http://schemas.microsoft.com/office/drawing/2014/main" id="{56B25BDD-8757-E50F-5A07-32C7A2E7B1C8}"/>
                </a:ext>
              </a:extLst>
            </p:cNvPr>
            <p:cNvGrpSpPr/>
            <p:nvPr/>
          </p:nvGrpSpPr>
          <p:grpSpPr>
            <a:xfrm>
              <a:off x="6826873" y="8139825"/>
              <a:ext cx="4010917" cy="1215335"/>
              <a:chOff x="7296962" y="5628298"/>
              <a:chExt cx="4010917" cy="1215335"/>
            </a:xfrm>
          </p:grpSpPr>
          <p:pic>
            <p:nvPicPr>
              <p:cNvPr id="110" name="图形 109" descr="雪花 纯色填充">
                <a:extLst>
                  <a:ext uri="{FF2B5EF4-FFF2-40B4-BE49-F238E27FC236}">
                    <a16:creationId xmlns:a16="http://schemas.microsoft.com/office/drawing/2014/main" id="{5771B476-1211-8495-BEF9-BA0AC54D9F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7483681" y="5714006"/>
                <a:ext cx="914400" cy="939778"/>
              </a:xfrm>
              <a:prstGeom prst="rect">
                <a:avLst/>
              </a:prstGeom>
            </p:spPr>
          </p:pic>
          <p:pic>
            <p:nvPicPr>
              <p:cNvPr id="111" name="图形 110" descr="树叶 纯色填充">
                <a:extLst>
                  <a:ext uri="{FF2B5EF4-FFF2-40B4-BE49-F238E27FC236}">
                    <a16:creationId xmlns:a16="http://schemas.microsoft.com/office/drawing/2014/main" id="{2B86B309-3E0B-CA76-3E3F-970F9376CA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0308725" y="5814093"/>
                <a:ext cx="681863" cy="700787"/>
              </a:xfrm>
              <a:prstGeom prst="rect">
                <a:avLst/>
              </a:prstGeom>
            </p:spPr>
          </p:pic>
          <p:sp>
            <p:nvSpPr>
              <p:cNvPr id="184" name="箭头: 右 183">
                <a:extLst>
                  <a:ext uri="{FF2B5EF4-FFF2-40B4-BE49-F238E27FC236}">
                    <a16:creationId xmlns:a16="http://schemas.microsoft.com/office/drawing/2014/main" id="{3AB9004E-3D84-FEA3-1AAD-EEA0992C1A2E}"/>
                  </a:ext>
                </a:extLst>
              </p:cNvPr>
              <p:cNvSpPr/>
              <p:nvPr/>
            </p:nvSpPr>
            <p:spPr>
              <a:xfrm>
                <a:off x="8398081" y="6004007"/>
                <a:ext cx="1822287" cy="388109"/>
              </a:xfrm>
              <a:prstGeom prst="rightArrow">
                <a:avLst/>
              </a:prstGeom>
              <a:gradFill flip="none" rotWithShape="1">
                <a:gsLst>
                  <a:gs pos="0">
                    <a:schemeClr val="accent6"/>
                  </a:gs>
                  <a:gs pos="100000">
                    <a:schemeClr val="accent4">
                      <a:lumMod val="60000"/>
                      <a:lumOff val="40000"/>
                    </a:schemeClr>
                  </a:gs>
                </a:gsLst>
                <a:lin ang="10800000" scaled="1"/>
                <a:tileRect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5" name="文本框 184">
                    <a:extLst>
                      <a:ext uri="{FF2B5EF4-FFF2-40B4-BE49-F238E27FC236}">
                        <a16:creationId xmlns:a16="http://schemas.microsoft.com/office/drawing/2014/main" id="{7F9D7CEF-C5B1-E5A4-3807-1E3975C3B22A}"/>
                      </a:ext>
                    </a:extLst>
                  </p:cNvPr>
                  <p:cNvSpPr txBox="1"/>
                  <p:nvPr/>
                </p:nvSpPr>
                <p:spPr>
                  <a:xfrm>
                    <a:off x="7296962" y="6505079"/>
                    <a:ext cx="1280160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16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185" name="文本框 184">
                    <a:extLst>
                      <a:ext uri="{FF2B5EF4-FFF2-40B4-BE49-F238E27FC236}">
                        <a16:creationId xmlns:a16="http://schemas.microsoft.com/office/drawing/2014/main" id="{7F9D7CEF-C5B1-E5A4-3807-1E3975C3B22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96962" y="6505079"/>
                    <a:ext cx="1280160" cy="338554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t="-7143" b="-196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87" name="文本框 186">
                <a:extLst>
                  <a:ext uri="{FF2B5EF4-FFF2-40B4-BE49-F238E27FC236}">
                    <a16:creationId xmlns:a16="http://schemas.microsoft.com/office/drawing/2014/main" id="{A21AB14C-CB3F-09D0-8085-2376C216186A}"/>
                  </a:ext>
                </a:extLst>
              </p:cNvPr>
              <p:cNvSpPr txBox="1"/>
              <p:nvPr/>
            </p:nvSpPr>
            <p:spPr>
              <a:xfrm>
                <a:off x="7888823" y="5628298"/>
                <a:ext cx="275408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Geometric Preservation</a:t>
                </a:r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8" name="文本框 187">
                    <a:extLst>
                      <a:ext uri="{FF2B5EF4-FFF2-40B4-BE49-F238E27FC236}">
                        <a16:creationId xmlns:a16="http://schemas.microsoft.com/office/drawing/2014/main" id="{1B8D2143-CDAB-0C4F-4247-138D9AA22B4B}"/>
                      </a:ext>
                    </a:extLst>
                  </p:cNvPr>
                  <p:cNvSpPr txBox="1"/>
                  <p:nvPr/>
                </p:nvSpPr>
                <p:spPr>
                  <a:xfrm>
                    <a:off x="9099224" y="6356276"/>
                    <a:ext cx="290936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188" name="文本框 187">
                    <a:extLst>
                      <a:ext uri="{FF2B5EF4-FFF2-40B4-BE49-F238E27FC236}">
                        <a16:creationId xmlns:a16="http://schemas.microsoft.com/office/drawing/2014/main" id="{1B8D2143-CDAB-0C4F-4247-138D9AA22B4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99224" y="6356276"/>
                    <a:ext cx="290936" cy="338554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9" name="文本框 238">
                    <a:extLst>
                      <a:ext uri="{FF2B5EF4-FFF2-40B4-BE49-F238E27FC236}">
                        <a16:creationId xmlns:a16="http://schemas.microsoft.com/office/drawing/2014/main" id="{E6063035-5412-C50E-6497-0E633CDD414F}"/>
                      </a:ext>
                    </a:extLst>
                  </p:cNvPr>
                  <p:cNvSpPr txBox="1"/>
                  <p:nvPr/>
                </p:nvSpPr>
                <p:spPr>
                  <a:xfrm>
                    <a:off x="10027719" y="6505079"/>
                    <a:ext cx="1280160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16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239" name="文本框 238">
                    <a:extLst>
                      <a:ext uri="{FF2B5EF4-FFF2-40B4-BE49-F238E27FC236}">
                        <a16:creationId xmlns:a16="http://schemas.microsoft.com/office/drawing/2014/main" id="{E6063035-5412-C50E-6497-0E633CDD414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27719" y="6505079"/>
                    <a:ext cx="1280160" cy="338554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t="-7143" b="-196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99" name="文本框 198">
              <a:extLst>
                <a:ext uri="{FF2B5EF4-FFF2-40B4-BE49-F238E27FC236}">
                  <a16:creationId xmlns:a16="http://schemas.microsoft.com/office/drawing/2014/main" id="{8C1AB3E6-B2EF-2609-702A-82F38EA43571}"/>
                </a:ext>
              </a:extLst>
            </p:cNvPr>
            <p:cNvSpPr txBox="1"/>
            <p:nvPr/>
          </p:nvSpPr>
          <p:spPr>
            <a:xfrm>
              <a:off x="8662027" y="7460508"/>
              <a:ext cx="65" cy="2846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endParaRPr lang="en-US" dirty="0"/>
            </a:p>
          </p:txBody>
        </p:sp>
        <p:cxnSp>
          <p:nvCxnSpPr>
            <p:cNvPr id="200" name="直接连接符 199">
              <a:extLst>
                <a:ext uri="{FF2B5EF4-FFF2-40B4-BE49-F238E27FC236}">
                  <a16:creationId xmlns:a16="http://schemas.microsoft.com/office/drawing/2014/main" id="{1355CFB2-4390-43E7-195A-FA129761EE9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13905" y="6502467"/>
              <a:ext cx="198093" cy="1000681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直接连接符 200">
              <a:extLst>
                <a:ext uri="{FF2B5EF4-FFF2-40B4-BE49-F238E27FC236}">
                  <a16:creationId xmlns:a16="http://schemas.microsoft.com/office/drawing/2014/main" id="{B6AA1F4A-CF25-B7F3-E54F-EE375D298E2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19177" y="6509032"/>
              <a:ext cx="871883" cy="882352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接连接符 201">
              <a:extLst>
                <a:ext uri="{FF2B5EF4-FFF2-40B4-BE49-F238E27FC236}">
                  <a16:creationId xmlns:a16="http://schemas.microsoft.com/office/drawing/2014/main" id="{7AF067C4-400A-A191-ABAE-F4A3C12D14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13905" y="6509032"/>
              <a:ext cx="890176" cy="314492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接连接符 202">
              <a:extLst>
                <a:ext uri="{FF2B5EF4-FFF2-40B4-BE49-F238E27FC236}">
                  <a16:creationId xmlns:a16="http://schemas.microsoft.com/office/drawing/2014/main" id="{E71D262B-E304-3243-CADA-64608FA15F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19177" y="6509501"/>
              <a:ext cx="176406" cy="44964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直接连接符 203">
              <a:extLst>
                <a:ext uri="{FF2B5EF4-FFF2-40B4-BE49-F238E27FC236}">
                  <a16:creationId xmlns:a16="http://schemas.microsoft.com/office/drawing/2014/main" id="{DF343665-0B4C-9B5E-E085-9241BD8478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07562" y="6464317"/>
              <a:ext cx="190148" cy="49148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直接连接符 204">
              <a:extLst>
                <a:ext uri="{FF2B5EF4-FFF2-40B4-BE49-F238E27FC236}">
                  <a16:creationId xmlns:a16="http://schemas.microsoft.com/office/drawing/2014/main" id="{3CFA3B13-EB7D-AA2D-DD6E-75BE0F95EE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15479" y="6440454"/>
              <a:ext cx="882231" cy="959364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接连接符 205">
              <a:extLst>
                <a:ext uri="{FF2B5EF4-FFF2-40B4-BE49-F238E27FC236}">
                  <a16:creationId xmlns:a16="http://schemas.microsoft.com/office/drawing/2014/main" id="{A308F5A3-C6A1-F625-36B4-146DAB7F65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2053" y="6440454"/>
              <a:ext cx="184240" cy="1062695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连接符 206">
              <a:extLst>
                <a:ext uri="{FF2B5EF4-FFF2-40B4-BE49-F238E27FC236}">
                  <a16:creationId xmlns:a16="http://schemas.microsoft.com/office/drawing/2014/main" id="{ABDA45B3-E717-B7AF-AAAE-265417B101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38242" y="6440454"/>
              <a:ext cx="859468" cy="392675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8" name="文本框 207">
              <a:extLst>
                <a:ext uri="{FF2B5EF4-FFF2-40B4-BE49-F238E27FC236}">
                  <a16:creationId xmlns:a16="http://schemas.microsoft.com/office/drawing/2014/main" id="{0510F85F-3B8F-CE54-C983-E7771E529E3C}"/>
                </a:ext>
              </a:extLst>
            </p:cNvPr>
            <p:cNvSpPr txBox="1"/>
            <p:nvPr/>
          </p:nvSpPr>
          <p:spPr>
            <a:xfrm>
              <a:off x="6318767" y="5963477"/>
              <a:ext cx="12801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view 1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9" name="文本框 208">
              <a:extLst>
                <a:ext uri="{FF2B5EF4-FFF2-40B4-BE49-F238E27FC236}">
                  <a16:creationId xmlns:a16="http://schemas.microsoft.com/office/drawing/2014/main" id="{33402DEF-5C9A-8874-35AE-4F1F9591F84B}"/>
                </a:ext>
              </a:extLst>
            </p:cNvPr>
            <p:cNvSpPr txBox="1"/>
            <p:nvPr/>
          </p:nvSpPr>
          <p:spPr>
            <a:xfrm>
              <a:off x="9925663" y="5963477"/>
              <a:ext cx="12801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view 2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10" name="图片 209">
              <a:extLst>
                <a:ext uri="{FF2B5EF4-FFF2-40B4-BE49-F238E27FC236}">
                  <a16:creationId xmlns:a16="http://schemas.microsoft.com/office/drawing/2014/main" id="{95611F4A-1059-1D32-A96A-BA83785F88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1076" y="6865862"/>
              <a:ext cx="783775" cy="604499"/>
            </a:xfrm>
            <a:prstGeom prst="rect">
              <a:avLst/>
            </a:prstGeom>
            <a:effectLst/>
            <a:scene3d>
              <a:camera prst="isometricOffAxis1Right"/>
              <a:lightRig rig="threePt" dir="t"/>
            </a:scene3d>
          </p:spPr>
        </p:pic>
        <p:pic>
          <p:nvPicPr>
            <p:cNvPr id="211" name="图片 210">
              <a:extLst>
                <a:ext uri="{FF2B5EF4-FFF2-40B4-BE49-F238E27FC236}">
                  <a16:creationId xmlns:a16="http://schemas.microsoft.com/office/drawing/2014/main" id="{F7377C09-57A1-FF84-6E15-5F5D069B37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280028" y="6877449"/>
              <a:ext cx="783775" cy="587660"/>
            </a:xfrm>
            <a:prstGeom prst="rect">
              <a:avLst/>
            </a:prstGeom>
            <a:scene3d>
              <a:camera prst="isometricOffAxis2Left"/>
              <a:lightRig rig="threePt" dir="t"/>
            </a:scene3d>
          </p:spPr>
        </p:pic>
        <p:pic>
          <p:nvPicPr>
            <p:cNvPr id="212" name="图形 211">
              <a:extLst>
                <a:ext uri="{FF2B5EF4-FFF2-40B4-BE49-F238E27FC236}">
                  <a16:creationId xmlns:a16="http://schemas.microsoft.com/office/drawing/2014/main" id="{6EC860F5-BB97-66E2-038D-A6DD64F010C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6985318" y="6360999"/>
              <a:ext cx="287205" cy="295176"/>
            </a:xfrm>
            <a:prstGeom prst="rect">
              <a:avLst/>
            </a:prstGeom>
          </p:spPr>
        </p:pic>
        <p:pic>
          <p:nvPicPr>
            <p:cNvPr id="213" name="图形 212">
              <a:extLst>
                <a:ext uri="{FF2B5EF4-FFF2-40B4-BE49-F238E27FC236}">
                  <a16:creationId xmlns:a16="http://schemas.microsoft.com/office/drawing/2014/main" id="{82398686-9BC7-36B2-ECDA-0D3F1E753CA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0059550" y="6292548"/>
              <a:ext cx="284903" cy="29517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4" name="文本框 213">
                  <a:extLst>
                    <a:ext uri="{FF2B5EF4-FFF2-40B4-BE49-F238E27FC236}">
                      <a16:creationId xmlns:a16="http://schemas.microsoft.com/office/drawing/2014/main" id="{33934637-E34E-A0A7-1A2C-DF3E0D835CDC}"/>
                    </a:ext>
                  </a:extLst>
                </p:cNvPr>
                <p:cNvSpPr txBox="1"/>
                <p:nvPr/>
              </p:nvSpPr>
              <p:spPr>
                <a:xfrm>
                  <a:off x="6654925" y="7577200"/>
                  <a:ext cx="158889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visible,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a14:m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16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↑</a:t>
                  </a:r>
                </a:p>
              </p:txBody>
            </p:sp>
          </mc:Choice>
          <mc:Fallback xmlns="">
            <p:sp>
              <p:nvSpPr>
                <p:cNvPr id="214" name="文本框 213">
                  <a:extLst>
                    <a:ext uri="{FF2B5EF4-FFF2-40B4-BE49-F238E27FC236}">
                      <a16:creationId xmlns:a16="http://schemas.microsoft.com/office/drawing/2014/main" id="{33934637-E34E-A0A7-1A2C-DF3E0D835C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54925" y="7577200"/>
                  <a:ext cx="1588891" cy="338554"/>
                </a:xfrm>
                <a:prstGeom prst="rect">
                  <a:avLst/>
                </a:prstGeom>
                <a:blipFill>
                  <a:blip r:embed="rId19"/>
                  <a:stretch>
                    <a:fillRect t="-5357" b="-2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17" name="组合 216">
              <a:extLst>
                <a:ext uri="{FF2B5EF4-FFF2-40B4-BE49-F238E27FC236}">
                  <a16:creationId xmlns:a16="http://schemas.microsoft.com/office/drawing/2014/main" id="{9880794D-3CFB-88CC-0181-F1248567C733}"/>
                </a:ext>
              </a:extLst>
            </p:cNvPr>
            <p:cNvGrpSpPr/>
            <p:nvPr/>
          </p:nvGrpSpPr>
          <p:grpSpPr>
            <a:xfrm>
              <a:off x="8317600" y="7168111"/>
              <a:ext cx="654228" cy="826631"/>
              <a:chOff x="2184400" y="2321542"/>
              <a:chExt cx="1017811" cy="1286025"/>
            </a:xfrm>
          </p:grpSpPr>
          <p:sp>
            <p:nvSpPr>
              <p:cNvPr id="219" name="椭圆 218">
                <a:extLst>
                  <a:ext uri="{FF2B5EF4-FFF2-40B4-BE49-F238E27FC236}">
                    <a16:creationId xmlns:a16="http://schemas.microsoft.com/office/drawing/2014/main" id="{1378AFE2-78C6-A8D4-3775-1BEA1162AC7D}"/>
                  </a:ext>
                </a:extLst>
              </p:cNvPr>
              <p:cNvSpPr/>
              <p:nvPr/>
            </p:nvSpPr>
            <p:spPr>
              <a:xfrm>
                <a:off x="2184400" y="2387600"/>
                <a:ext cx="321706" cy="291997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50000">
                    <a:schemeClr val="tx2">
                      <a:lumMod val="25000"/>
                      <a:lumOff val="75000"/>
                    </a:schemeClr>
                  </a:gs>
                  <a:gs pos="100000">
                    <a:schemeClr val="tx2">
                      <a:lumMod val="10000"/>
                      <a:lumOff val="9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0" name="椭圆 219">
                <a:extLst>
                  <a:ext uri="{FF2B5EF4-FFF2-40B4-BE49-F238E27FC236}">
                    <a16:creationId xmlns:a16="http://schemas.microsoft.com/office/drawing/2014/main" id="{B7FD2832-2EAE-11EC-B43A-83A309EE40F2}"/>
                  </a:ext>
                </a:extLst>
              </p:cNvPr>
              <p:cNvSpPr/>
              <p:nvPr/>
            </p:nvSpPr>
            <p:spPr>
              <a:xfrm>
                <a:off x="2660015" y="290068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21" name="直接箭头连接符 220">
                <a:extLst>
                  <a:ext uri="{FF2B5EF4-FFF2-40B4-BE49-F238E27FC236}">
                    <a16:creationId xmlns:a16="http://schemas.microsoft.com/office/drawing/2014/main" id="{8E77ADBF-F468-469F-055D-563A851C5D29}"/>
                  </a:ext>
                </a:extLst>
              </p:cNvPr>
              <p:cNvCxnSpPr>
                <a:cxnSpLocks/>
                <a:stCxn id="220" idx="1"/>
                <a:endCxn id="219" idx="5"/>
              </p:cNvCxnSpPr>
              <p:nvPr/>
            </p:nvCxnSpPr>
            <p:spPr>
              <a:xfrm flipH="1" flipV="1">
                <a:off x="2458993" y="2636835"/>
                <a:ext cx="211566" cy="274389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2" name="椭圆 221">
                <a:extLst>
                  <a:ext uri="{FF2B5EF4-FFF2-40B4-BE49-F238E27FC236}">
                    <a16:creationId xmlns:a16="http://schemas.microsoft.com/office/drawing/2014/main" id="{947E6FEC-A6F7-01A5-F89C-66D08BF3F7E3}"/>
                  </a:ext>
                </a:extLst>
              </p:cNvPr>
              <p:cNvSpPr/>
              <p:nvPr/>
            </p:nvSpPr>
            <p:spPr>
              <a:xfrm>
                <a:off x="2919453" y="2321542"/>
                <a:ext cx="235372" cy="430125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50000">
                    <a:schemeClr val="tx2">
                      <a:lumMod val="25000"/>
                      <a:lumOff val="75000"/>
                    </a:schemeClr>
                  </a:gs>
                  <a:gs pos="100000">
                    <a:schemeClr val="tx2">
                      <a:lumMod val="10000"/>
                      <a:lumOff val="9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3" name="椭圆 222">
                <a:extLst>
                  <a:ext uri="{FF2B5EF4-FFF2-40B4-BE49-F238E27FC236}">
                    <a16:creationId xmlns:a16="http://schemas.microsoft.com/office/drawing/2014/main" id="{E4EE3397-B84D-AFEB-2E7E-4EFA6FDC4981}"/>
                  </a:ext>
                </a:extLst>
              </p:cNvPr>
              <p:cNvSpPr/>
              <p:nvPr/>
            </p:nvSpPr>
            <p:spPr>
              <a:xfrm rot="1613616">
                <a:off x="2872070" y="2948830"/>
                <a:ext cx="330141" cy="490366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50000">
                    <a:schemeClr val="tx2">
                      <a:lumMod val="25000"/>
                      <a:lumOff val="75000"/>
                    </a:schemeClr>
                  </a:gs>
                  <a:gs pos="100000">
                    <a:schemeClr val="tx2">
                      <a:lumMod val="10000"/>
                      <a:lumOff val="9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4" name="椭圆 223">
                <a:extLst>
                  <a:ext uri="{FF2B5EF4-FFF2-40B4-BE49-F238E27FC236}">
                    <a16:creationId xmlns:a16="http://schemas.microsoft.com/office/drawing/2014/main" id="{A24C00ED-E173-F8CC-F2C0-FCC891F99ED2}"/>
                  </a:ext>
                </a:extLst>
              </p:cNvPr>
              <p:cNvSpPr/>
              <p:nvPr/>
            </p:nvSpPr>
            <p:spPr>
              <a:xfrm rot="1613616">
                <a:off x="2220213" y="3367128"/>
                <a:ext cx="429839" cy="240439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50000">
                    <a:schemeClr val="tx2">
                      <a:lumMod val="25000"/>
                      <a:lumOff val="75000"/>
                    </a:schemeClr>
                  </a:gs>
                  <a:gs pos="100000">
                    <a:schemeClr val="tx2">
                      <a:lumMod val="10000"/>
                      <a:lumOff val="9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25" name="直接箭头连接符 224">
                <a:extLst>
                  <a:ext uri="{FF2B5EF4-FFF2-40B4-BE49-F238E27FC236}">
                    <a16:creationId xmlns:a16="http://schemas.microsoft.com/office/drawing/2014/main" id="{95B18057-F0EF-059C-32B7-0FB0F9897ADF}"/>
                  </a:ext>
                </a:extLst>
              </p:cNvPr>
              <p:cNvCxnSpPr>
                <a:cxnSpLocks/>
                <a:stCxn id="220" idx="7"/>
                <a:endCxn id="222" idx="3"/>
              </p:cNvCxnSpPr>
              <p:nvPr/>
            </p:nvCxnSpPr>
            <p:spPr>
              <a:xfrm flipV="1">
                <a:off x="2721471" y="2688677"/>
                <a:ext cx="232451" cy="222547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直接箭头连接符 225">
                <a:extLst>
                  <a:ext uri="{FF2B5EF4-FFF2-40B4-BE49-F238E27FC236}">
                    <a16:creationId xmlns:a16="http://schemas.microsoft.com/office/drawing/2014/main" id="{C73103ED-5892-43FF-73CE-79E20C991896}"/>
                  </a:ext>
                </a:extLst>
              </p:cNvPr>
              <p:cNvCxnSpPr>
                <a:cxnSpLocks/>
                <a:stCxn id="220" idx="5"/>
                <a:endCxn id="223" idx="2"/>
              </p:cNvCxnSpPr>
              <p:nvPr/>
            </p:nvCxnSpPr>
            <p:spPr>
              <a:xfrm>
                <a:off x="2721471" y="2962136"/>
                <a:ext cx="168452" cy="157210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直接箭头连接符 226">
                <a:extLst>
                  <a:ext uri="{FF2B5EF4-FFF2-40B4-BE49-F238E27FC236}">
                    <a16:creationId xmlns:a16="http://schemas.microsoft.com/office/drawing/2014/main" id="{55BCAF8D-ADF6-7A1B-35E8-63938B092DD3}"/>
                  </a:ext>
                </a:extLst>
              </p:cNvPr>
              <p:cNvCxnSpPr>
                <a:cxnSpLocks/>
                <a:stCxn id="220" idx="3"/>
                <a:endCxn id="224" idx="0"/>
              </p:cNvCxnSpPr>
              <p:nvPr/>
            </p:nvCxnSpPr>
            <p:spPr>
              <a:xfrm flipH="1">
                <a:off x="2489512" y="2962136"/>
                <a:ext cx="181047" cy="417994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8" name="箭头: 下 227">
              <a:extLst>
                <a:ext uri="{FF2B5EF4-FFF2-40B4-BE49-F238E27FC236}">
                  <a16:creationId xmlns:a16="http://schemas.microsoft.com/office/drawing/2014/main" id="{9323B325-8DAE-E8A2-1371-BCF0C2DEC1D0}"/>
                </a:ext>
              </a:extLst>
            </p:cNvPr>
            <p:cNvSpPr/>
            <p:nvPr/>
          </p:nvSpPr>
          <p:spPr>
            <a:xfrm>
              <a:off x="2687251" y="4835984"/>
              <a:ext cx="459151" cy="468591"/>
            </a:xfrm>
            <a:prstGeom prst="down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箭头: 下 228">
              <a:extLst>
                <a:ext uri="{FF2B5EF4-FFF2-40B4-BE49-F238E27FC236}">
                  <a16:creationId xmlns:a16="http://schemas.microsoft.com/office/drawing/2014/main" id="{951B8B61-31CA-207B-CBF4-5B2E8BA32DB4}"/>
                </a:ext>
              </a:extLst>
            </p:cNvPr>
            <p:cNvSpPr/>
            <p:nvPr/>
          </p:nvSpPr>
          <p:spPr>
            <a:xfrm rot="10800000">
              <a:off x="6511582" y="4817726"/>
              <a:ext cx="459151" cy="468591"/>
            </a:xfrm>
            <a:prstGeom prst="down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8" name="文本框 237">
                  <a:extLst>
                    <a:ext uri="{FF2B5EF4-FFF2-40B4-BE49-F238E27FC236}">
                      <a16:creationId xmlns:a16="http://schemas.microsoft.com/office/drawing/2014/main" id="{CCE735E3-7692-D1DB-250B-BC2689DD3BD9}"/>
                    </a:ext>
                  </a:extLst>
                </p:cNvPr>
                <p:cNvSpPr txBox="1"/>
                <p:nvPr/>
              </p:nvSpPr>
              <p:spPr>
                <a:xfrm>
                  <a:off x="9244361" y="7577200"/>
                  <a:ext cx="174367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invisible,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a14:m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16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↓</a:t>
                  </a:r>
                </a:p>
              </p:txBody>
            </p:sp>
          </mc:Choice>
          <mc:Fallback xmlns="">
            <p:sp>
              <p:nvSpPr>
                <p:cNvPr id="238" name="文本框 237">
                  <a:extLst>
                    <a:ext uri="{FF2B5EF4-FFF2-40B4-BE49-F238E27FC236}">
                      <a16:creationId xmlns:a16="http://schemas.microsoft.com/office/drawing/2014/main" id="{CCE735E3-7692-D1DB-250B-BC2689DD3B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44361" y="7577200"/>
                  <a:ext cx="1743679" cy="338554"/>
                </a:xfrm>
                <a:prstGeom prst="rect">
                  <a:avLst/>
                </a:prstGeom>
                <a:blipFill>
                  <a:blip r:embed="rId20"/>
                  <a:stretch>
                    <a:fillRect t="-5357" b="-2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0" name="文本框 239">
              <a:extLst>
                <a:ext uri="{FF2B5EF4-FFF2-40B4-BE49-F238E27FC236}">
                  <a16:creationId xmlns:a16="http://schemas.microsoft.com/office/drawing/2014/main" id="{03352AFA-4A39-D34B-F1DA-9EEA0B37E904}"/>
                </a:ext>
              </a:extLst>
            </p:cNvPr>
            <p:cNvSpPr txBox="1"/>
            <p:nvPr/>
          </p:nvSpPr>
          <p:spPr>
            <a:xfrm>
              <a:off x="2903418" y="4708330"/>
              <a:ext cx="2071707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 be </a:t>
              </a: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Densified</a:t>
              </a:r>
            </a:p>
          </p:txBody>
        </p:sp>
        <p:sp>
          <p:nvSpPr>
            <p:cNvPr id="241" name="文本框 240">
              <a:extLst>
                <a:ext uri="{FF2B5EF4-FFF2-40B4-BE49-F238E27FC236}">
                  <a16:creationId xmlns:a16="http://schemas.microsoft.com/office/drawing/2014/main" id="{41AD2F3F-5F9F-D036-7440-F30800594351}"/>
                </a:ext>
              </a:extLst>
            </p:cNvPr>
            <p:cNvSpPr txBox="1"/>
            <p:nvPr/>
          </p:nvSpPr>
          <p:spPr>
            <a:xfrm>
              <a:off x="6665897" y="4708330"/>
              <a:ext cx="2071707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 be </a:t>
              </a: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Refined</a:t>
              </a:r>
            </a:p>
          </p:txBody>
        </p:sp>
        <p:grpSp>
          <p:nvGrpSpPr>
            <p:cNvPr id="291" name="组合 290">
              <a:extLst>
                <a:ext uri="{FF2B5EF4-FFF2-40B4-BE49-F238E27FC236}">
                  <a16:creationId xmlns:a16="http://schemas.microsoft.com/office/drawing/2014/main" id="{B4B653AF-6D09-2539-18C0-23F62FAFF79F}"/>
                </a:ext>
              </a:extLst>
            </p:cNvPr>
            <p:cNvGrpSpPr/>
            <p:nvPr/>
          </p:nvGrpSpPr>
          <p:grpSpPr>
            <a:xfrm>
              <a:off x="6785663" y="2625967"/>
              <a:ext cx="1058779" cy="747617"/>
              <a:chOff x="2108481" y="3059714"/>
              <a:chExt cx="1058779" cy="747617"/>
            </a:xfrm>
          </p:grpSpPr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44946456-D82C-CDD8-25D1-32B9E989DC6A}"/>
                  </a:ext>
                </a:extLst>
              </p:cNvPr>
              <p:cNvSpPr/>
              <p:nvPr/>
            </p:nvSpPr>
            <p:spPr>
              <a:xfrm rot="10195896">
                <a:off x="2108481" y="3125256"/>
                <a:ext cx="643111" cy="129921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50000">
                    <a:schemeClr val="tx2">
                      <a:lumMod val="25000"/>
                      <a:lumOff val="75000"/>
                    </a:schemeClr>
                  </a:gs>
                  <a:gs pos="100000">
                    <a:schemeClr val="tx2">
                      <a:lumMod val="10000"/>
                      <a:lumOff val="9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32F7CD21-5F1B-768E-7E79-B5D0360C8372}"/>
                  </a:ext>
                </a:extLst>
              </p:cNvPr>
              <p:cNvSpPr/>
              <p:nvPr/>
            </p:nvSpPr>
            <p:spPr>
              <a:xfrm>
                <a:off x="2662781" y="3462284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1" name="直接箭头连接符 20">
                <a:extLst>
                  <a:ext uri="{FF2B5EF4-FFF2-40B4-BE49-F238E27FC236}">
                    <a16:creationId xmlns:a16="http://schemas.microsoft.com/office/drawing/2014/main" id="{F9EAC334-5A22-C180-4338-2726D762B4FE}"/>
                  </a:ext>
                </a:extLst>
              </p:cNvPr>
              <p:cNvCxnSpPr>
                <a:cxnSpLocks/>
                <a:stCxn id="20" idx="1"/>
                <a:endCxn id="19" idx="0"/>
              </p:cNvCxnSpPr>
              <p:nvPr/>
            </p:nvCxnSpPr>
            <p:spPr>
              <a:xfrm flipH="1" flipV="1">
                <a:off x="2441393" y="3254177"/>
                <a:ext cx="231932" cy="218651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F5BE96A1-6B78-74A8-59BB-24A6CB6187D1}"/>
                  </a:ext>
                </a:extLst>
              </p:cNvPr>
              <p:cNvSpPr/>
              <p:nvPr/>
            </p:nvSpPr>
            <p:spPr>
              <a:xfrm rot="20203129">
                <a:off x="2897181" y="3059714"/>
                <a:ext cx="122479" cy="426255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50000">
                    <a:schemeClr val="tx2">
                      <a:lumMod val="25000"/>
                      <a:lumOff val="75000"/>
                    </a:schemeClr>
                  </a:gs>
                  <a:gs pos="100000">
                    <a:schemeClr val="tx2">
                      <a:lumMod val="10000"/>
                      <a:lumOff val="9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C7785934-5095-360C-0EE0-5EFE6BA999AE}"/>
                  </a:ext>
                </a:extLst>
              </p:cNvPr>
              <p:cNvSpPr/>
              <p:nvPr/>
            </p:nvSpPr>
            <p:spPr>
              <a:xfrm rot="13792023">
                <a:off x="2806515" y="3374741"/>
                <a:ext cx="97798" cy="62369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50000">
                    <a:schemeClr val="tx2">
                      <a:lumMod val="25000"/>
                      <a:lumOff val="75000"/>
                    </a:schemeClr>
                  </a:gs>
                  <a:gs pos="100000">
                    <a:schemeClr val="tx2">
                      <a:lumMod val="10000"/>
                      <a:lumOff val="9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椭圆 23">
                <a:extLst>
                  <a:ext uri="{FF2B5EF4-FFF2-40B4-BE49-F238E27FC236}">
                    <a16:creationId xmlns:a16="http://schemas.microsoft.com/office/drawing/2014/main" id="{00369725-D5AF-944E-AB00-BE4D95C73B16}"/>
                  </a:ext>
                </a:extLst>
              </p:cNvPr>
              <p:cNvSpPr/>
              <p:nvPr/>
            </p:nvSpPr>
            <p:spPr>
              <a:xfrm rot="4008219">
                <a:off x="2176154" y="3434587"/>
                <a:ext cx="457063" cy="288425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50000">
                    <a:schemeClr val="tx2">
                      <a:lumMod val="25000"/>
                      <a:lumOff val="75000"/>
                    </a:schemeClr>
                  </a:gs>
                  <a:gs pos="100000">
                    <a:schemeClr val="tx2">
                      <a:lumMod val="10000"/>
                      <a:lumOff val="9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5" name="直接箭头连接符 24">
                <a:extLst>
                  <a:ext uri="{FF2B5EF4-FFF2-40B4-BE49-F238E27FC236}">
                    <a16:creationId xmlns:a16="http://schemas.microsoft.com/office/drawing/2014/main" id="{B3D0F011-1263-683A-1F57-83B384355BD9}"/>
                  </a:ext>
                </a:extLst>
              </p:cNvPr>
              <p:cNvCxnSpPr>
                <a:cxnSpLocks/>
                <a:stCxn id="20" idx="7"/>
                <a:endCxn id="22" idx="2"/>
              </p:cNvCxnSpPr>
              <p:nvPr/>
            </p:nvCxnSpPr>
            <p:spPr>
              <a:xfrm flipV="1">
                <a:off x="2724237" y="3297046"/>
                <a:ext cx="177931" cy="175782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箭头连接符 25">
                <a:extLst>
                  <a:ext uri="{FF2B5EF4-FFF2-40B4-BE49-F238E27FC236}">
                    <a16:creationId xmlns:a16="http://schemas.microsoft.com/office/drawing/2014/main" id="{DF00BE57-7B2F-A3E3-D606-8E4DE12C4E42}"/>
                  </a:ext>
                </a:extLst>
              </p:cNvPr>
              <p:cNvCxnSpPr>
                <a:cxnSpLocks/>
                <a:stCxn id="20" idx="5"/>
                <a:endCxn id="23" idx="6"/>
              </p:cNvCxnSpPr>
              <p:nvPr/>
            </p:nvCxnSpPr>
            <p:spPr>
              <a:xfrm>
                <a:off x="2724237" y="3523740"/>
                <a:ext cx="99658" cy="125461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箭头连接符 26">
                <a:extLst>
                  <a:ext uri="{FF2B5EF4-FFF2-40B4-BE49-F238E27FC236}">
                    <a16:creationId xmlns:a16="http://schemas.microsoft.com/office/drawing/2014/main" id="{A46A5808-1662-47DC-5679-02AC5A2DAEAF}"/>
                  </a:ext>
                </a:extLst>
              </p:cNvPr>
              <p:cNvCxnSpPr>
                <a:cxnSpLocks/>
                <a:stCxn id="20" idx="3"/>
                <a:endCxn id="24" idx="0"/>
              </p:cNvCxnSpPr>
              <p:nvPr/>
            </p:nvCxnSpPr>
            <p:spPr>
              <a:xfrm flipH="1" flipV="1">
                <a:off x="2537240" y="3521997"/>
                <a:ext cx="136085" cy="1743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2" name="组合 291">
              <a:extLst>
                <a:ext uri="{FF2B5EF4-FFF2-40B4-BE49-F238E27FC236}">
                  <a16:creationId xmlns:a16="http://schemas.microsoft.com/office/drawing/2014/main" id="{F2B39CD1-DA65-3315-D741-3CA79BB7CA5F}"/>
                </a:ext>
              </a:extLst>
            </p:cNvPr>
            <p:cNvGrpSpPr/>
            <p:nvPr/>
          </p:nvGrpSpPr>
          <p:grpSpPr>
            <a:xfrm>
              <a:off x="9280028" y="2611820"/>
              <a:ext cx="1149244" cy="893053"/>
              <a:chOff x="3724599" y="3035744"/>
              <a:chExt cx="1149244" cy="893053"/>
            </a:xfrm>
          </p:grpSpPr>
          <p:sp>
            <p:nvSpPr>
              <p:cNvPr id="243" name="椭圆 242">
                <a:extLst>
                  <a:ext uri="{FF2B5EF4-FFF2-40B4-BE49-F238E27FC236}">
                    <a16:creationId xmlns:a16="http://schemas.microsoft.com/office/drawing/2014/main" id="{D7CEE9E1-A2E8-ABCE-908A-E02BD28A567E}"/>
                  </a:ext>
                </a:extLst>
              </p:cNvPr>
              <p:cNvSpPr/>
              <p:nvPr/>
            </p:nvSpPr>
            <p:spPr>
              <a:xfrm rot="3992235">
                <a:off x="4307402" y="2964523"/>
                <a:ext cx="257423" cy="399866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50000">
                    <a:schemeClr val="tx2">
                      <a:lumMod val="25000"/>
                      <a:lumOff val="75000"/>
                    </a:schemeClr>
                  </a:gs>
                  <a:gs pos="100000">
                    <a:schemeClr val="tx2">
                      <a:lumMod val="10000"/>
                      <a:lumOff val="9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4" name="椭圆 243">
                <a:extLst>
                  <a:ext uri="{FF2B5EF4-FFF2-40B4-BE49-F238E27FC236}">
                    <a16:creationId xmlns:a16="http://schemas.microsoft.com/office/drawing/2014/main" id="{A1278894-8D37-BDD1-D5E9-CD2224B5B8D3}"/>
                  </a:ext>
                </a:extLst>
              </p:cNvPr>
              <p:cNvSpPr/>
              <p:nvPr/>
            </p:nvSpPr>
            <p:spPr>
              <a:xfrm>
                <a:off x="4580940" y="3468877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45" name="直接箭头连接符 244">
                <a:extLst>
                  <a:ext uri="{FF2B5EF4-FFF2-40B4-BE49-F238E27FC236}">
                    <a16:creationId xmlns:a16="http://schemas.microsoft.com/office/drawing/2014/main" id="{DBE253D8-1F70-D69A-CD5B-C50DF7C8DC3B}"/>
                  </a:ext>
                </a:extLst>
              </p:cNvPr>
              <p:cNvCxnSpPr>
                <a:cxnSpLocks/>
                <a:stCxn id="244" idx="1"/>
              </p:cNvCxnSpPr>
              <p:nvPr/>
            </p:nvCxnSpPr>
            <p:spPr>
              <a:xfrm flipH="1" flipV="1">
                <a:off x="4483782" y="3312426"/>
                <a:ext cx="107702" cy="166995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6" name="椭圆 245">
                <a:extLst>
                  <a:ext uri="{FF2B5EF4-FFF2-40B4-BE49-F238E27FC236}">
                    <a16:creationId xmlns:a16="http://schemas.microsoft.com/office/drawing/2014/main" id="{6004FCD5-C3A3-8D27-4189-79AAE17963D9}"/>
                  </a:ext>
                </a:extLst>
              </p:cNvPr>
              <p:cNvSpPr/>
              <p:nvPr/>
            </p:nvSpPr>
            <p:spPr>
              <a:xfrm>
                <a:off x="4652940" y="3184522"/>
                <a:ext cx="193031" cy="172984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50000">
                    <a:schemeClr val="tx2">
                      <a:lumMod val="25000"/>
                      <a:lumOff val="75000"/>
                    </a:schemeClr>
                  </a:gs>
                  <a:gs pos="100000">
                    <a:schemeClr val="tx2">
                      <a:lumMod val="10000"/>
                      <a:lumOff val="9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7" name="椭圆 246">
                <a:extLst>
                  <a:ext uri="{FF2B5EF4-FFF2-40B4-BE49-F238E27FC236}">
                    <a16:creationId xmlns:a16="http://schemas.microsoft.com/office/drawing/2014/main" id="{73B7B0C2-3A1A-D6C7-5071-4FB9C8A107B5}"/>
                  </a:ext>
                </a:extLst>
              </p:cNvPr>
              <p:cNvSpPr/>
              <p:nvPr/>
            </p:nvSpPr>
            <p:spPr>
              <a:xfrm rot="2739974">
                <a:off x="4737075" y="3582531"/>
                <a:ext cx="109020" cy="164516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50000">
                    <a:schemeClr val="tx2">
                      <a:lumMod val="25000"/>
                      <a:lumOff val="75000"/>
                    </a:schemeClr>
                  </a:gs>
                  <a:gs pos="100000">
                    <a:schemeClr val="tx2">
                      <a:lumMod val="10000"/>
                      <a:lumOff val="9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8" name="椭圆 247">
                <a:extLst>
                  <a:ext uri="{FF2B5EF4-FFF2-40B4-BE49-F238E27FC236}">
                    <a16:creationId xmlns:a16="http://schemas.microsoft.com/office/drawing/2014/main" id="{6D59DBEF-135D-DB79-D9CB-540990FA39A3}"/>
                  </a:ext>
                </a:extLst>
              </p:cNvPr>
              <p:cNvSpPr/>
              <p:nvPr/>
            </p:nvSpPr>
            <p:spPr>
              <a:xfrm rot="6097636">
                <a:off x="3746699" y="3224778"/>
                <a:ext cx="681919" cy="726119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50000">
                    <a:schemeClr val="tx2">
                      <a:lumMod val="25000"/>
                      <a:lumOff val="75000"/>
                    </a:schemeClr>
                  </a:gs>
                  <a:gs pos="100000">
                    <a:schemeClr val="tx2">
                      <a:lumMod val="10000"/>
                      <a:lumOff val="9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49" name="直接箭头连接符 248">
                <a:extLst>
                  <a:ext uri="{FF2B5EF4-FFF2-40B4-BE49-F238E27FC236}">
                    <a16:creationId xmlns:a16="http://schemas.microsoft.com/office/drawing/2014/main" id="{6C3D6405-C75E-25A1-8703-942FEEFB82E1}"/>
                  </a:ext>
                </a:extLst>
              </p:cNvPr>
              <p:cNvCxnSpPr>
                <a:cxnSpLocks/>
                <a:stCxn id="244" idx="7"/>
                <a:endCxn id="246" idx="4"/>
              </p:cNvCxnSpPr>
              <p:nvPr/>
            </p:nvCxnSpPr>
            <p:spPr>
              <a:xfrm flipV="1">
                <a:off x="4642396" y="3357506"/>
                <a:ext cx="107060" cy="121915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直接箭头连接符 249">
                <a:extLst>
                  <a:ext uri="{FF2B5EF4-FFF2-40B4-BE49-F238E27FC236}">
                    <a16:creationId xmlns:a16="http://schemas.microsoft.com/office/drawing/2014/main" id="{A076A577-7D3A-3079-1E22-8979426A7780}"/>
                  </a:ext>
                </a:extLst>
              </p:cNvPr>
              <p:cNvCxnSpPr>
                <a:cxnSpLocks/>
                <a:stCxn id="244" idx="5"/>
                <a:endCxn id="247" idx="2"/>
              </p:cNvCxnSpPr>
              <p:nvPr/>
            </p:nvCxnSpPr>
            <p:spPr>
              <a:xfrm>
                <a:off x="4642396" y="3530333"/>
                <a:ext cx="111095" cy="95466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直接箭头连接符 250">
                <a:extLst>
                  <a:ext uri="{FF2B5EF4-FFF2-40B4-BE49-F238E27FC236}">
                    <a16:creationId xmlns:a16="http://schemas.microsoft.com/office/drawing/2014/main" id="{3F9B14FE-BA54-EC60-7A71-ABEC2D3BA399}"/>
                  </a:ext>
                </a:extLst>
              </p:cNvPr>
              <p:cNvCxnSpPr>
                <a:cxnSpLocks/>
                <a:stCxn id="244" idx="3"/>
                <a:endCxn id="248" idx="0"/>
              </p:cNvCxnSpPr>
              <p:nvPr/>
            </p:nvCxnSpPr>
            <p:spPr>
              <a:xfrm flipH="1">
                <a:off x="4443268" y="3530333"/>
                <a:ext cx="148216" cy="130677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5" name="组合 304">
              <a:extLst>
                <a:ext uri="{FF2B5EF4-FFF2-40B4-BE49-F238E27FC236}">
                  <a16:creationId xmlns:a16="http://schemas.microsoft.com/office/drawing/2014/main" id="{FFF103F7-FB3A-C80E-0B63-D3AEE22CA609}"/>
                </a:ext>
              </a:extLst>
            </p:cNvPr>
            <p:cNvGrpSpPr/>
            <p:nvPr/>
          </p:nvGrpSpPr>
          <p:grpSpPr>
            <a:xfrm>
              <a:off x="3939271" y="3684209"/>
              <a:ext cx="7175911" cy="830997"/>
              <a:chOff x="3536431" y="2373494"/>
              <a:chExt cx="7175911" cy="83099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3" name="文本框 292">
                    <a:extLst>
                      <a:ext uri="{FF2B5EF4-FFF2-40B4-BE49-F238E27FC236}">
                        <a16:creationId xmlns:a16="http://schemas.microsoft.com/office/drawing/2014/main" id="{17D0AF48-BB92-B561-C70F-904848FB3966}"/>
                      </a:ext>
                    </a:extLst>
                  </p:cNvPr>
                  <p:cNvSpPr txBox="1"/>
                  <p:nvPr/>
                </p:nvSpPr>
                <p:spPr>
                  <a:xfrm>
                    <a:off x="5740756" y="2373494"/>
                    <a:ext cx="2443969" cy="598177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altLang="zh-CN" sz="16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m:rPr>
                                  <m:nor/>
                                </m:rPr>
                                <a:rPr lang="en-US" sz="1600" i="0" dirty="0"/>
                                <m:t> 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v</m:t>
                              </m:r>
                            </m:sub>
                            <m: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𝑞</m:t>
                              </m:r>
                            </m:sup>
                          </m:sSubSup>
                        </m:oMath>
                      </m:oMathPara>
                    </a14:m>
                    <a:endParaRPr lang="en-US" altLang="zh-CN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  <a:p>
                    <a:pPr algn="ctr"/>
                    <a:r>
                      <a:rPr lang="en-US" altLang="zh-C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Orientation Dispersion</a:t>
                    </a:r>
                  </a:p>
                </p:txBody>
              </p:sp>
            </mc:Choice>
            <mc:Fallback xmlns="">
              <p:sp>
                <p:nvSpPr>
                  <p:cNvPr id="293" name="文本框 292">
                    <a:extLst>
                      <a:ext uri="{FF2B5EF4-FFF2-40B4-BE49-F238E27FC236}">
                        <a16:creationId xmlns:a16="http://schemas.microsoft.com/office/drawing/2014/main" id="{17D0AF48-BB92-B561-C70F-904848FB396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40756" y="2373494"/>
                    <a:ext cx="2443969" cy="598177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b="-1326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4" name="文本框 293">
                    <a:extLst>
                      <a:ext uri="{FF2B5EF4-FFF2-40B4-BE49-F238E27FC236}">
                        <a16:creationId xmlns:a16="http://schemas.microsoft.com/office/drawing/2014/main" id="{8A86BC18-0347-F551-8DC1-85DAEFB21093}"/>
                      </a:ext>
                    </a:extLst>
                  </p:cNvPr>
                  <p:cNvSpPr txBox="1"/>
                  <p:nvPr/>
                </p:nvSpPr>
                <p:spPr>
                  <a:xfrm>
                    <a:off x="7963538" y="2373494"/>
                    <a:ext cx="2748804" cy="607346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m:rPr>
                                  <m:nor/>
                                </m:rPr>
                                <a:rPr lang="en-US" sz="1600" i="0" dirty="0"/>
                                <m:t> 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v</m:t>
                              </m:r>
                            </m:sub>
                            <m: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sup>
                          </m:sSubSup>
                        </m:oMath>
                      </m:oMathPara>
                    </a14:m>
                    <a:br>
                      <a:rPr lang="en-US" altLang="zh-C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</a:br>
                    <a:r>
                      <a:rPr lang="en-US" altLang="zh-C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Relative-Scale Dispersion</a:t>
                    </a:r>
                  </a:p>
                </p:txBody>
              </p:sp>
            </mc:Choice>
            <mc:Fallback xmlns="">
              <p:sp>
                <p:nvSpPr>
                  <p:cNvPr id="294" name="文本框 293">
                    <a:extLst>
                      <a:ext uri="{FF2B5EF4-FFF2-40B4-BE49-F238E27FC236}">
                        <a16:creationId xmlns:a16="http://schemas.microsoft.com/office/drawing/2014/main" id="{8A86BC18-0347-F551-8DC1-85DAEFB2109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63538" y="2373494"/>
                    <a:ext cx="2748804" cy="607346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r="-665" b="-12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8" name="文本框 297">
                    <a:extLst>
                      <a:ext uri="{FF2B5EF4-FFF2-40B4-BE49-F238E27FC236}">
                        <a16:creationId xmlns:a16="http://schemas.microsoft.com/office/drawing/2014/main" id="{1D06B2CE-8135-2DA8-067F-E04920A951CA}"/>
                      </a:ext>
                    </a:extLst>
                  </p:cNvPr>
                  <p:cNvSpPr txBox="1"/>
                  <p:nvPr/>
                </p:nvSpPr>
                <p:spPr>
                  <a:xfrm>
                    <a:off x="3536431" y="2373494"/>
                    <a:ext cx="2443969" cy="830997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altLang="zh-CN" sz="16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  <a:p>
                    <a:pPr algn="ctr"/>
                    <a:r>
                      <a:rPr lang="en-US" altLang="zh-C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Anchor Geometric Dispersion</a:t>
                    </a:r>
                  </a:p>
                </p:txBody>
              </p:sp>
            </mc:Choice>
            <mc:Fallback xmlns="">
              <p:sp>
                <p:nvSpPr>
                  <p:cNvPr id="298" name="文本框 297">
                    <a:extLst>
                      <a:ext uri="{FF2B5EF4-FFF2-40B4-BE49-F238E27FC236}">
                        <a16:creationId xmlns:a16="http://schemas.microsoft.com/office/drawing/2014/main" id="{1D06B2CE-8135-2DA8-067F-E04920A951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36431" y="2373494"/>
                    <a:ext cx="2443969" cy="830997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b="-875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0" name="文本框 299">
                    <a:extLst>
                      <a:ext uri="{FF2B5EF4-FFF2-40B4-BE49-F238E27FC236}">
                        <a16:creationId xmlns:a16="http://schemas.microsoft.com/office/drawing/2014/main" id="{99DF09D9-7C0F-FAD1-EB7C-453E145CAC78}"/>
                      </a:ext>
                    </a:extLst>
                  </p:cNvPr>
                  <p:cNvSpPr txBox="1"/>
                  <p:nvPr/>
                </p:nvSpPr>
                <p:spPr>
                  <a:xfrm>
                    <a:off x="5672826" y="2373494"/>
                    <a:ext cx="219612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00" name="文本框 299">
                    <a:extLst>
                      <a:ext uri="{FF2B5EF4-FFF2-40B4-BE49-F238E27FC236}">
                        <a16:creationId xmlns:a16="http://schemas.microsoft.com/office/drawing/2014/main" id="{99DF09D9-7C0F-FAD1-EB7C-453E145CAC7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72826" y="2373494"/>
                    <a:ext cx="219612" cy="276999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l="-13889" r="-1111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2" name="文本框 301">
                    <a:extLst>
                      <a:ext uri="{FF2B5EF4-FFF2-40B4-BE49-F238E27FC236}">
                        <a16:creationId xmlns:a16="http://schemas.microsoft.com/office/drawing/2014/main" id="{10F6BC92-7660-429F-1626-C57B66528744}"/>
                      </a:ext>
                    </a:extLst>
                  </p:cNvPr>
                  <p:cNvSpPr txBox="1"/>
                  <p:nvPr/>
                </p:nvSpPr>
                <p:spPr>
                  <a:xfrm>
                    <a:off x="8074919" y="2373494"/>
                    <a:ext cx="21961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02" name="文本框 301">
                    <a:extLst>
                      <a:ext uri="{FF2B5EF4-FFF2-40B4-BE49-F238E27FC236}">
                        <a16:creationId xmlns:a16="http://schemas.microsoft.com/office/drawing/2014/main" id="{10F6BC92-7660-429F-1626-C57B6652874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74919" y="2373494"/>
                    <a:ext cx="219611" cy="276999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l="-25000" r="-22222" b="-652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08" name="文本框 307">
              <a:extLst>
                <a:ext uri="{FF2B5EF4-FFF2-40B4-BE49-F238E27FC236}">
                  <a16:creationId xmlns:a16="http://schemas.microsoft.com/office/drawing/2014/main" id="{9CF7C8F0-6BAF-05CF-43CC-9C9AFA46CE83}"/>
                </a:ext>
              </a:extLst>
            </p:cNvPr>
            <p:cNvSpPr txBox="1"/>
            <p:nvPr/>
          </p:nvSpPr>
          <p:spPr>
            <a:xfrm>
              <a:off x="6237958" y="2273960"/>
              <a:ext cx="22414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High Orientation Dispersion</a:t>
              </a:r>
            </a:p>
          </p:txBody>
        </p:sp>
        <p:sp>
          <p:nvSpPr>
            <p:cNvPr id="309" name="文本框 308">
              <a:extLst>
                <a:ext uri="{FF2B5EF4-FFF2-40B4-BE49-F238E27FC236}">
                  <a16:creationId xmlns:a16="http://schemas.microsoft.com/office/drawing/2014/main" id="{58124978-614C-1185-2C83-1F43B72063AF}"/>
                </a:ext>
              </a:extLst>
            </p:cNvPr>
            <p:cNvSpPr txBox="1"/>
            <p:nvPr/>
          </p:nvSpPr>
          <p:spPr>
            <a:xfrm>
              <a:off x="8630233" y="2273960"/>
              <a:ext cx="28169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High Relative-Scale Dispersion</a:t>
              </a:r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E80D32FA-EA09-787E-0B95-7AF46690BF19}"/>
                </a:ext>
              </a:extLst>
            </p:cNvPr>
            <p:cNvSpPr txBox="1"/>
            <p:nvPr/>
          </p:nvSpPr>
          <p:spPr>
            <a:xfrm>
              <a:off x="6146959" y="5407521"/>
              <a:ext cx="4841081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(c) </a:t>
              </a:r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Confidence-Guided Geometric Preservation</a:t>
              </a:r>
              <a:endParaRPr 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15" name="图形 314">
              <a:extLst>
                <a:ext uri="{FF2B5EF4-FFF2-40B4-BE49-F238E27FC236}">
                  <a16:creationId xmlns:a16="http://schemas.microsoft.com/office/drawing/2014/main" id="{018BD83D-A5C0-593D-B973-FBD69873900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2975663" y="1308371"/>
              <a:ext cx="7639050" cy="3619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02629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" name="Overview_zh">
            <a:extLst>
              <a:ext uri="{FF2B5EF4-FFF2-40B4-BE49-F238E27FC236}">
                <a16:creationId xmlns:a16="http://schemas.microsoft.com/office/drawing/2014/main" id="{A151DDD9-42A0-F8B2-18C5-D7F763337A1C}"/>
              </a:ext>
            </a:extLst>
          </p:cNvPr>
          <p:cNvGrpSpPr/>
          <p:nvPr/>
        </p:nvGrpSpPr>
        <p:grpSpPr>
          <a:xfrm>
            <a:off x="-324591" y="1200390"/>
            <a:ext cx="12249891" cy="10356609"/>
            <a:chOff x="-324591" y="1200390"/>
            <a:chExt cx="12249891" cy="10356609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9C7CBA8A-0151-F03C-E822-32295656C431}"/>
                </a:ext>
              </a:extLst>
            </p:cNvPr>
            <p:cNvSpPr/>
            <p:nvPr/>
          </p:nvSpPr>
          <p:spPr>
            <a:xfrm>
              <a:off x="287587" y="4235799"/>
              <a:ext cx="11191977" cy="2620407"/>
            </a:xfrm>
            <a:prstGeom prst="roundRect">
              <a:avLst>
                <a:gd name="adj" fmla="val 12626"/>
              </a:avLst>
            </a:prstGeom>
            <a:solidFill>
              <a:srgbClr val="E6FF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E02773A5-B968-2B9B-FFF2-CEAC742CA463}"/>
                </a:ext>
              </a:extLst>
            </p:cNvPr>
            <p:cNvSpPr/>
            <p:nvPr/>
          </p:nvSpPr>
          <p:spPr>
            <a:xfrm>
              <a:off x="271411" y="1200390"/>
              <a:ext cx="11191977" cy="871774"/>
            </a:xfrm>
            <a:prstGeom prst="roundRect">
              <a:avLst>
                <a:gd name="adj" fmla="val 34333"/>
              </a:avLst>
            </a:prstGeom>
            <a:solidFill>
              <a:srgbClr val="FDE39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35E6460A-D5DB-6324-A4A1-FCB3428C070E}"/>
                </a:ext>
              </a:extLst>
            </p:cNvPr>
            <p:cNvSpPr txBox="1"/>
            <p:nvPr/>
          </p:nvSpPr>
          <p:spPr>
            <a:xfrm>
              <a:off x="437236" y="1423282"/>
              <a:ext cx="1733798" cy="4001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zh-CN" altLang="en-US" sz="2000" b="1" u="sng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场景层</a:t>
              </a:r>
              <a:endParaRPr lang="en-US" sz="2000" b="1" u="sng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A3A37C7B-11F0-72C9-EC0D-1A7D93452BC7}"/>
                </a:ext>
              </a:extLst>
            </p:cNvPr>
            <p:cNvSpPr txBox="1"/>
            <p:nvPr/>
          </p:nvSpPr>
          <p:spPr>
            <a:xfrm>
              <a:off x="437236" y="4189354"/>
              <a:ext cx="2115220" cy="4001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zh-CN" altLang="en-US" sz="2000" b="1" u="sng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锚点层</a:t>
              </a:r>
              <a:endParaRPr lang="en-US" sz="2000" b="1" u="sng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113A7FB3-2487-706B-0B66-B55F41D51AF7}"/>
                </a:ext>
              </a:extLst>
            </p:cNvPr>
            <p:cNvSpPr txBox="1"/>
            <p:nvPr/>
          </p:nvSpPr>
          <p:spPr>
            <a:xfrm>
              <a:off x="1422400" y="4208404"/>
              <a:ext cx="531778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(b) </a:t>
              </a:r>
              <a:r>
                <a: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离散度引导几何细化</a:t>
              </a:r>
              <a:endParaRPr lang="en-US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304" name="组合 303">
              <a:extLst>
                <a:ext uri="{FF2B5EF4-FFF2-40B4-BE49-F238E27FC236}">
                  <a16:creationId xmlns:a16="http://schemas.microsoft.com/office/drawing/2014/main" id="{05FCB5BA-B5F7-A1FD-760E-5BDC55F34A91}"/>
                </a:ext>
              </a:extLst>
            </p:cNvPr>
            <p:cNvGrpSpPr/>
            <p:nvPr/>
          </p:nvGrpSpPr>
          <p:grpSpPr>
            <a:xfrm>
              <a:off x="1326517" y="5349564"/>
              <a:ext cx="2014654" cy="1104861"/>
              <a:chOff x="12471796" y="2460117"/>
              <a:chExt cx="2014654" cy="1104861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8" name="文本框 27">
                    <a:extLst>
                      <a:ext uri="{FF2B5EF4-FFF2-40B4-BE49-F238E27FC236}">
                        <a16:creationId xmlns:a16="http://schemas.microsoft.com/office/drawing/2014/main" id="{ABE04458-902E-A2A1-923C-862F9B51F856}"/>
                      </a:ext>
                    </a:extLst>
                  </p:cNvPr>
                  <p:cNvSpPr txBox="1"/>
                  <p:nvPr/>
                </p:nvSpPr>
                <p:spPr>
                  <a:xfrm>
                    <a:off x="12471796" y="2460117"/>
                    <a:ext cx="2014654" cy="26520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=1 &amp; 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</m:t>
                          </m:r>
                          <m:sSub>
                            <m:sSubPr>
                              <m:ctrlPr>
                                <a:rPr lang="zh-CN" alt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𝑑𝑖𝑠𝑝</m:t>
                              </m:r>
                            </m:sub>
                          </m:sSub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>
              <p:sp>
                <p:nvSpPr>
                  <p:cNvPr id="28" name="文本框 27">
                    <a:extLst>
                      <a:ext uri="{FF2B5EF4-FFF2-40B4-BE49-F238E27FC236}">
                        <a16:creationId xmlns:a16="http://schemas.microsoft.com/office/drawing/2014/main" id="{ABE04458-902E-A2A1-923C-862F9B51F85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471796" y="2460117"/>
                    <a:ext cx="2014654" cy="265201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1212" r="-1212" b="-2790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A50A8882-8855-BE3A-1C57-BA360A963A8D}"/>
                  </a:ext>
                </a:extLst>
              </p:cNvPr>
              <p:cNvSpPr/>
              <p:nvPr/>
            </p:nvSpPr>
            <p:spPr>
              <a:xfrm>
                <a:off x="12776904" y="2955098"/>
                <a:ext cx="1404438" cy="609880"/>
              </a:xfrm>
              <a:prstGeom prst="rect">
                <a:avLst/>
              </a:prstGeom>
              <a:solidFill>
                <a:srgbClr val="BDD7EE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细化</a:t>
                </a:r>
                <a:endPara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47EBF2BD-F964-50C6-4584-B4C92E098350}"/>
                </a:ext>
              </a:extLst>
            </p:cNvPr>
            <p:cNvSpPr txBox="1"/>
            <p:nvPr/>
          </p:nvSpPr>
          <p:spPr>
            <a:xfrm>
              <a:off x="11493500" y="4092574"/>
              <a:ext cx="431800" cy="4572000"/>
            </a:xfrm>
            <a:prstGeom prst="rect">
              <a:avLst/>
            </a:prstGeom>
            <a:noFill/>
          </p:spPr>
          <p:txBody>
            <a:bodyPr vert="eaVert" wrap="square" rtlCol="0" anchor="ctr">
              <a:spAutoFit/>
            </a:bodyPr>
            <a:lstStyle/>
            <a:p>
              <a:pPr algn="ctr"/>
              <a:r>
                <a:rPr lang="zh-CN" altLang="en-US" sz="20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跨层几何一致性</a:t>
              </a:r>
              <a:endParaRPr lang="en-US" sz="20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7023AF39-9ED7-DAAF-7AB9-B022CC110F98}"/>
                </a:ext>
              </a:extLst>
            </p:cNvPr>
            <p:cNvSpPr txBox="1"/>
            <p:nvPr/>
          </p:nvSpPr>
          <p:spPr>
            <a:xfrm>
              <a:off x="-324591" y="4289010"/>
              <a:ext cx="1285751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zh-CN" altLang="en-US" sz="16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对齐</a:t>
              </a:r>
              <a:endParaRPr 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箭头: 下弧形 9">
              <a:extLst>
                <a:ext uri="{FF2B5EF4-FFF2-40B4-BE49-F238E27FC236}">
                  <a16:creationId xmlns:a16="http://schemas.microsoft.com/office/drawing/2014/main" id="{5976C3F4-76D0-0EB4-5C07-23BA9A471CB3}"/>
                </a:ext>
              </a:extLst>
            </p:cNvPr>
            <p:cNvSpPr/>
            <p:nvPr/>
          </p:nvSpPr>
          <p:spPr>
            <a:xfrm rot="16200000" flipV="1">
              <a:off x="-2810049" y="3965276"/>
              <a:ext cx="5738473" cy="767555"/>
            </a:xfrm>
            <a:prstGeom prst="curvedUpArrow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1CF6F15D-9862-0800-4087-D3BD4C2AA5AF}"/>
                </a:ext>
              </a:extLst>
            </p:cNvPr>
            <p:cNvSpPr txBox="1"/>
            <p:nvPr/>
          </p:nvSpPr>
          <p:spPr>
            <a:xfrm>
              <a:off x="3493188" y="1676794"/>
              <a:ext cx="660400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悬空细结构：初始点云缺失、像素覆盖率低</a:t>
              </a:r>
              <a:endParaRPr lang="en-US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30705104-2178-6473-A8CB-F2D474A4D260}"/>
                </a:ext>
              </a:extLst>
            </p:cNvPr>
            <p:cNvSpPr/>
            <p:nvPr/>
          </p:nvSpPr>
          <p:spPr>
            <a:xfrm>
              <a:off x="255235" y="6988049"/>
              <a:ext cx="11208153" cy="4568950"/>
            </a:xfrm>
            <a:prstGeom prst="roundRect">
              <a:avLst>
                <a:gd name="adj" fmla="val 7420"/>
              </a:avLst>
            </a:prstGeom>
            <a:solidFill>
              <a:srgbClr val="DCEA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723934B6-F25C-880F-9D1A-534765159DBB}"/>
                </a:ext>
              </a:extLst>
            </p:cNvPr>
            <p:cNvSpPr txBox="1"/>
            <p:nvPr/>
          </p:nvSpPr>
          <p:spPr>
            <a:xfrm>
              <a:off x="437236" y="6971013"/>
              <a:ext cx="2174066" cy="4001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zh-CN" altLang="en-US" sz="2000" b="1" u="sng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高斯层</a:t>
              </a:r>
              <a:endParaRPr lang="en-US" sz="2000" b="1" u="sng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AFC5C665-6A03-B21E-D662-B93AAD4EA83F}"/>
                </a:ext>
              </a:extLst>
            </p:cNvPr>
            <p:cNvSpPr txBox="1"/>
            <p:nvPr/>
          </p:nvSpPr>
          <p:spPr>
            <a:xfrm>
              <a:off x="475336" y="7461560"/>
              <a:ext cx="5314724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zh-CN" altLang="en-US" sz="16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出生尺度继承</a:t>
              </a:r>
              <a:endParaRPr lang="en-US" altLang="zh-CN" sz="16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49" name="流程图: 决策 148">
              <a:extLst>
                <a:ext uri="{FF2B5EF4-FFF2-40B4-BE49-F238E27FC236}">
                  <a16:creationId xmlns:a16="http://schemas.microsoft.com/office/drawing/2014/main" id="{CD50DFB0-026B-1F38-5C71-CA7752311894}"/>
                </a:ext>
              </a:extLst>
            </p:cNvPr>
            <p:cNvSpPr/>
            <p:nvPr/>
          </p:nvSpPr>
          <p:spPr>
            <a:xfrm>
              <a:off x="1756815" y="9106833"/>
              <a:ext cx="2520545" cy="783737"/>
            </a:xfrm>
            <a:prstGeom prst="flowChartDecision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243087FD-7947-41C5-DE37-314151B33777}"/>
                    </a:ext>
                  </a:extLst>
                </p:cNvPr>
                <p:cNvSpPr txBox="1"/>
                <p:nvPr/>
              </p:nvSpPr>
              <p:spPr>
                <a:xfrm>
                  <a:off x="1753124" y="9284316"/>
                  <a:ext cx="2605854" cy="37516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func>
                          <m:funcPr>
                            <m:ctrlP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&gt;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l-G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Φ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𝑠𝑐𝑒𝑛𝑒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243087FD-7947-41C5-DE37-314151B337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3124" y="9284316"/>
                  <a:ext cx="2605854" cy="375167"/>
                </a:xfrm>
                <a:prstGeom prst="rect">
                  <a:avLst/>
                </a:prstGeom>
                <a:blipFill>
                  <a:blip r:embed="rId3"/>
                  <a:stretch>
                    <a:fillRect b="-32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1" name="直接箭头连接符 150">
              <a:extLst>
                <a:ext uri="{FF2B5EF4-FFF2-40B4-BE49-F238E27FC236}">
                  <a16:creationId xmlns:a16="http://schemas.microsoft.com/office/drawing/2014/main" id="{7E913102-B987-F00E-2A3A-18BBC5C8F802}"/>
                </a:ext>
              </a:extLst>
            </p:cNvPr>
            <p:cNvCxnSpPr>
              <a:cxnSpLocks/>
            </p:cNvCxnSpPr>
            <p:nvPr/>
          </p:nvCxnSpPr>
          <p:spPr>
            <a:xfrm>
              <a:off x="1481643" y="9498702"/>
              <a:ext cx="2751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2" name="连接符: 肘形 151">
              <a:extLst>
                <a:ext uri="{FF2B5EF4-FFF2-40B4-BE49-F238E27FC236}">
                  <a16:creationId xmlns:a16="http://schemas.microsoft.com/office/drawing/2014/main" id="{158E12E7-F2D3-B486-FD66-479ADDFF8212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3556942" y="8057797"/>
              <a:ext cx="509183" cy="1588890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3" name="连接符: 肘形 152">
              <a:extLst>
                <a:ext uri="{FF2B5EF4-FFF2-40B4-BE49-F238E27FC236}">
                  <a16:creationId xmlns:a16="http://schemas.microsoft.com/office/drawing/2014/main" id="{D07B2493-C8C5-18E2-F4A6-A782AF771EC1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571339" y="9336319"/>
              <a:ext cx="480389" cy="1588890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4" name="文本框 153">
              <a:extLst>
                <a:ext uri="{FF2B5EF4-FFF2-40B4-BE49-F238E27FC236}">
                  <a16:creationId xmlns:a16="http://schemas.microsoft.com/office/drawing/2014/main" id="{E92EC207-1B6C-7EB1-62D9-254C0A973611}"/>
                </a:ext>
              </a:extLst>
            </p:cNvPr>
            <p:cNvSpPr txBox="1"/>
            <p:nvPr/>
          </p:nvSpPr>
          <p:spPr>
            <a:xfrm>
              <a:off x="2691614" y="10373033"/>
              <a:ext cx="1855081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16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锚点克隆</a:t>
              </a:r>
              <a:endParaRPr lang="en-US" sz="16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55" name="文本框 154">
              <a:extLst>
                <a:ext uri="{FF2B5EF4-FFF2-40B4-BE49-F238E27FC236}">
                  <a16:creationId xmlns:a16="http://schemas.microsoft.com/office/drawing/2014/main" id="{BD0D9EE5-7ED4-79A0-BF47-17483120CA99}"/>
                </a:ext>
              </a:extLst>
            </p:cNvPr>
            <p:cNvSpPr txBox="1"/>
            <p:nvPr/>
          </p:nvSpPr>
          <p:spPr>
            <a:xfrm>
              <a:off x="2611302" y="8206907"/>
              <a:ext cx="1994676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16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锚点分裂</a:t>
              </a:r>
              <a:endParaRPr lang="en-US" sz="16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2FFD9644-CEE5-3E1C-B70B-ADDF92229D4B}"/>
                    </a:ext>
                  </a:extLst>
                </p:cNvPr>
                <p:cNvSpPr txBox="1"/>
                <p:nvPr/>
              </p:nvSpPr>
              <p:spPr>
                <a:xfrm>
                  <a:off x="2428789" y="7856347"/>
                  <a:ext cx="3238552" cy="35753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r"/>
                  <a:r>
                    <a:rPr lang="zh-CN" altLang="en-US" sz="160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父锚点尺度缩小为</a:t>
                  </a:r>
                  <a:r>
                    <a:rPr lang="en-US" altLang="zh-CN" sz="160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∕</m:t>
                      </m:r>
                      <m:r>
                        <a:rPr lang="zh-CN" alt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𝜅</m:t>
                      </m:r>
                    </m:oMath>
                  </a14:m>
                  <a:r>
                    <a:rPr lang="en-US" altLang="zh-CN" sz="1600" dirty="0">
                      <a:latin typeface="Arial" panose="020B0604020202020204" pitchFamily="34" charset="0"/>
                      <a:ea typeface="宋体" panose="02010600030101010101" pitchFamily="2" charset="-122"/>
                      <a:cs typeface="Arial" panose="020B0604020202020204" pitchFamily="34" charset="0"/>
                    </a:rPr>
                    <a:t> </a:t>
                  </a:r>
                  <a:endParaRPr lang="en-US" sz="1600" dirty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2FFD9644-CEE5-3E1C-B70B-ADDF92229D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8789" y="7856347"/>
                  <a:ext cx="3238552" cy="357534"/>
                </a:xfrm>
                <a:prstGeom prst="rect">
                  <a:avLst/>
                </a:prstGeom>
                <a:blipFill>
                  <a:blip r:embed="rId4"/>
                  <a:stretch>
                    <a:fillRect t="-8621" b="-1379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7" name="文本框 156">
              <a:extLst>
                <a:ext uri="{FF2B5EF4-FFF2-40B4-BE49-F238E27FC236}">
                  <a16:creationId xmlns:a16="http://schemas.microsoft.com/office/drawing/2014/main" id="{9E90C005-8F65-F640-2EAF-94DEA816140D}"/>
                </a:ext>
              </a:extLst>
            </p:cNvPr>
            <p:cNvSpPr txBox="1"/>
            <p:nvPr/>
          </p:nvSpPr>
          <p:spPr>
            <a:xfrm>
              <a:off x="179286" y="10514563"/>
              <a:ext cx="2071707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16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待细化锚点</a:t>
              </a:r>
              <a:endParaRPr 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8" name="文本框 157">
              <a:extLst>
                <a:ext uri="{FF2B5EF4-FFF2-40B4-BE49-F238E27FC236}">
                  <a16:creationId xmlns:a16="http://schemas.microsoft.com/office/drawing/2014/main" id="{E84E33AA-B769-EEB1-0D70-47C58C14DC57}"/>
                </a:ext>
              </a:extLst>
            </p:cNvPr>
            <p:cNvSpPr txBox="1"/>
            <p:nvPr/>
          </p:nvSpPr>
          <p:spPr>
            <a:xfrm>
              <a:off x="3017087" y="8682097"/>
              <a:ext cx="5478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是</a:t>
              </a:r>
              <a:endParaRPr 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9" name="文本框 158">
              <a:extLst>
                <a:ext uri="{FF2B5EF4-FFF2-40B4-BE49-F238E27FC236}">
                  <a16:creationId xmlns:a16="http://schemas.microsoft.com/office/drawing/2014/main" id="{D35E12EB-654B-7425-4111-7587889187E7}"/>
                </a:ext>
              </a:extLst>
            </p:cNvPr>
            <p:cNvSpPr txBox="1"/>
            <p:nvPr/>
          </p:nvSpPr>
          <p:spPr>
            <a:xfrm>
              <a:off x="2959550" y="9962581"/>
              <a:ext cx="5478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否</a:t>
              </a:r>
              <a:endParaRPr 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B14C0BD8-CCF0-CFA4-2DB1-EB6A4B911BD3}"/>
                </a:ext>
              </a:extLst>
            </p:cNvPr>
            <p:cNvGrpSpPr/>
            <p:nvPr/>
          </p:nvGrpSpPr>
          <p:grpSpPr>
            <a:xfrm>
              <a:off x="795874" y="9126368"/>
              <a:ext cx="654228" cy="1181276"/>
              <a:chOff x="4239120" y="1911116"/>
              <a:chExt cx="654228" cy="1181276"/>
            </a:xfrm>
          </p:grpSpPr>
          <p:grpSp>
            <p:nvGrpSpPr>
              <p:cNvPr id="13" name="组合 12">
                <a:extLst>
                  <a:ext uri="{FF2B5EF4-FFF2-40B4-BE49-F238E27FC236}">
                    <a16:creationId xmlns:a16="http://schemas.microsoft.com/office/drawing/2014/main" id="{4AB83DDF-E769-A14A-C53F-1C55324C344D}"/>
                  </a:ext>
                </a:extLst>
              </p:cNvPr>
              <p:cNvGrpSpPr/>
              <p:nvPr/>
            </p:nvGrpSpPr>
            <p:grpSpPr>
              <a:xfrm>
                <a:off x="4239120" y="1911116"/>
                <a:ext cx="654228" cy="826631"/>
                <a:chOff x="2184400" y="2321542"/>
                <a:chExt cx="1017811" cy="1286025"/>
              </a:xfrm>
            </p:grpSpPr>
            <p:sp>
              <p:nvSpPr>
                <p:cNvPr id="17" name="椭圆 16">
                  <a:extLst>
                    <a:ext uri="{FF2B5EF4-FFF2-40B4-BE49-F238E27FC236}">
                      <a16:creationId xmlns:a16="http://schemas.microsoft.com/office/drawing/2014/main" id="{3982A75E-905E-3431-1553-AFFA04BB97C8}"/>
                    </a:ext>
                  </a:extLst>
                </p:cNvPr>
                <p:cNvSpPr/>
                <p:nvPr/>
              </p:nvSpPr>
              <p:spPr>
                <a:xfrm>
                  <a:off x="2184400" y="2387600"/>
                  <a:ext cx="321706" cy="29199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50000">
                      <a:schemeClr val="tx2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10000"/>
                        <a:lumOff val="9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5" name="椭圆 34">
                  <a:extLst>
                    <a:ext uri="{FF2B5EF4-FFF2-40B4-BE49-F238E27FC236}">
                      <a16:creationId xmlns:a16="http://schemas.microsoft.com/office/drawing/2014/main" id="{8ED26FCD-D1F1-3918-8943-F4F0E5991E92}"/>
                    </a:ext>
                  </a:extLst>
                </p:cNvPr>
                <p:cNvSpPr/>
                <p:nvPr/>
              </p:nvSpPr>
              <p:spPr>
                <a:xfrm>
                  <a:off x="2660015" y="2900680"/>
                  <a:ext cx="72000" cy="72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40" name="直接箭头连接符 39">
                  <a:extLst>
                    <a:ext uri="{FF2B5EF4-FFF2-40B4-BE49-F238E27FC236}">
                      <a16:creationId xmlns:a16="http://schemas.microsoft.com/office/drawing/2014/main" id="{6E9A71CC-E091-C009-E692-E6D6E3862DFA}"/>
                    </a:ext>
                  </a:extLst>
                </p:cNvPr>
                <p:cNvCxnSpPr>
                  <a:cxnSpLocks/>
                  <a:stCxn id="35" idx="1"/>
                  <a:endCxn id="17" idx="5"/>
                </p:cNvCxnSpPr>
                <p:nvPr/>
              </p:nvCxnSpPr>
              <p:spPr>
                <a:xfrm flipH="1" flipV="1">
                  <a:off x="2458993" y="2636835"/>
                  <a:ext cx="211566" cy="274389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prstDash val="sysDash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1" name="椭圆 40">
                  <a:extLst>
                    <a:ext uri="{FF2B5EF4-FFF2-40B4-BE49-F238E27FC236}">
                      <a16:creationId xmlns:a16="http://schemas.microsoft.com/office/drawing/2014/main" id="{0424F5F4-7390-2405-B827-3D052F62FCC3}"/>
                    </a:ext>
                  </a:extLst>
                </p:cNvPr>
                <p:cNvSpPr/>
                <p:nvPr/>
              </p:nvSpPr>
              <p:spPr>
                <a:xfrm>
                  <a:off x="2919453" y="2321542"/>
                  <a:ext cx="235372" cy="43012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50000">
                      <a:schemeClr val="tx2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10000"/>
                        <a:lumOff val="9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2" name="椭圆 41">
                  <a:extLst>
                    <a:ext uri="{FF2B5EF4-FFF2-40B4-BE49-F238E27FC236}">
                      <a16:creationId xmlns:a16="http://schemas.microsoft.com/office/drawing/2014/main" id="{D4A0863A-5D4A-0372-5349-DD7CEA6AE5F3}"/>
                    </a:ext>
                  </a:extLst>
                </p:cNvPr>
                <p:cNvSpPr/>
                <p:nvPr/>
              </p:nvSpPr>
              <p:spPr>
                <a:xfrm rot="1613616">
                  <a:off x="2872070" y="2948830"/>
                  <a:ext cx="330141" cy="49036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50000">
                      <a:schemeClr val="tx2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10000"/>
                        <a:lumOff val="9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3" name="椭圆 42">
                  <a:extLst>
                    <a:ext uri="{FF2B5EF4-FFF2-40B4-BE49-F238E27FC236}">
                      <a16:creationId xmlns:a16="http://schemas.microsoft.com/office/drawing/2014/main" id="{BB4A694A-6DC0-2BF6-FE38-ADAEE1A8C16E}"/>
                    </a:ext>
                  </a:extLst>
                </p:cNvPr>
                <p:cNvSpPr/>
                <p:nvPr/>
              </p:nvSpPr>
              <p:spPr>
                <a:xfrm rot="1613616">
                  <a:off x="2220213" y="3367128"/>
                  <a:ext cx="429839" cy="24043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50000">
                      <a:schemeClr val="tx2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10000"/>
                        <a:lumOff val="9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44" name="直接箭头连接符 43">
                  <a:extLst>
                    <a:ext uri="{FF2B5EF4-FFF2-40B4-BE49-F238E27FC236}">
                      <a16:creationId xmlns:a16="http://schemas.microsoft.com/office/drawing/2014/main" id="{1600B233-622B-8AD3-A8B0-B9DD0E226A69}"/>
                    </a:ext>
                  </a:extLst>
                </p:cNvPr>
                <p:cNvCxnSpPr>
                  <a:cxnSpLocks/>
                  <a:stCxn id="35" idx="7"/>
                  <a:endCxn id="41" idx="3"/>
                </p:cNvCxnSpPr>
                <p:nvPr/>
              </p:nvCxnSpPr>
              <p:spPr>
                <a:xfrm flipV="1">
                  <a:off x="2721471" y="2688677"/>
                  <a:ext cx="232451" cy="222547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prstDash val="sysDash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直接箭头连接符 44">
                  <a:extLst>
                    <a:ext uri="{FF2B5EF4-FFF2-40B4-BE49-F238E27FC236}">
                      <a16:creationId xmlns:a16="http://schemas.microsoft.com/office/drawing/2014/main" id="{1BD2DB1D-DEA1-2FA4-8CB1-CBE5A24410D2}"/>
                    </a:ext>
                  </a:extLst>
                </p:cNvPr>
                <p:cNvCxnSpPr>
                  <a:cxnSpLocks/>
                  <a:stCxn id="35" idx="5"/>
                  <a:endCxn id="42" idx="2"/>
                </p:cNvCxnSpPr>
                <p:nvPr/>
              </p:nvCxnSpPr>
              <p:spPr>
                <a:xfrm>
                  <a:off x="2721471" y="2962136"/>
                  <a:ext cx="168452" cy="157210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prstDash val="sysDash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直接箭头连接符 45">
                  <a:extLst>
                    <a:ext uri="{FF2B5EF4-FFF2-40B4-BE49-F238E27FC236}">
                      <a16:creationId xmlns:a16="http://schemas.microsoft.com/office/drawing/2014/main" id="{08E0C748-3002-2F34-33A8-F53205069255}"/>
                    </a:ext>
                  </a:extLst>
                </p:cNvPr>
                <p:cNvCxnSpPr>
                  <a:cxnSpLocks/>
                  <a:stCxn id="35" idx="3"/>
                  <a:endCxn id="43" idx="0"/>
                </p:cNvCxnSpPr>
                <p:nvPr/>
              </p:nvCxnSpPr>
              <p:spPr>
                <a:xfrm flipH="1">
                  <a:off x="2489512" y="2962136"/>
                  <a:ext cx="181047" cy="417994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prstDash val="sysDash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9B58F744-41EC-BB99-81AC-47277F54A3F6}"/>
                      </a:ext>
                    </a:extLst>
                  </p:cNvPr>
                  <p:cNvSpPr txBox="1"/>
                  <p:nvPr/>
                </p:nvSpPr>
                <p:spPr>
                  <a:xfrm>
                    <a:off x="4460117" y="2827191"/>
                    <a:ext cx="264431" cy="26520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9B58F744-41EC-BB99-81AC-47277F54A3F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60117" y="2827191"/>
                    <a:ext cx="264431" cy="265201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8605" r="-9302" b="-20455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1" name="组合 70">
              <a:extLst>
                <a:ext uri="{FF2B5EF4-FFF2-40B4-BE49-F238E27FC236}">
                  <a16:creationId xmlns:a16="http://schemas.microsoft.com/office/drawing/2014/main" id="{102CF2D9-CF44-020B-083E-E011F871F381}"/>
                </a:ext>
              </a:extLst>
            </p:cNvPr>
            <p:cNvGrpSpPr/>
            <p:nvPr/>
          </p:nvGrpSpPr>
          <p:grpSpPr>
            <a:xfrm>
              <a:off x="4585118" y="9894443"/>
              <a:ext cx="1508827" cy="1181802"/>
              <a:chOff x="6400299" y="7200729"/>
              <a:chExt cx="1508827" cy="1181802"/>
            </a:xfrm>
          </p:grpSpPr>
          <p:grpSp>
            <p:nvGrpSpPr>
              <p:cNvPr id="47" name="组合 46">
                <a:extLst>
                  <a:ext uri="{FF2B5EF4-FFF2-40B4-BE49-F238E27FC236}">
                    <a16:creationId xmlns:a16="http://schemas.microsoft.com/office/drawing/2014/main" id="{11CF86B7-51B1-3835-BB2E-CD2C54FB2A76}"/>
                  </a:ext>
                </a:extLst>
              </p:cNvPr>
              <p:cNvGrpSpPr/>
              <p:nvPr/>
            </p:nvGrpSpPr>
            <p:grpSpPr>
              <a:xfrm>
                <a:off x="6400299" y="7201255"/>
                <a:ext cx="654228" cy="1181276"/>
                <a:chOff x="4239120" y="1911116"/>
                <a:chExt cx="654228" cy="1181276"/>
              </a:xfrm>
            </p:grpSpPr>
            <p:grpSp>
              <p:nvGrpSpPr>
                <p:cNvPr id="48" name="组合 47">
                  <a:extLst>
                    <a:ext uri="{FF2B5EF4-FFF2-40B4-BE49-F238E27FC236}">
                      <a16:creationId xmlns:a16="http://schemas.microsoft.com/office/drawing/2014/main" id="{EC0D792A-8CA7-23E4-C33E-13B1AD98349F}"/>
                    </a:ext>
                  </a:extLst>
                </p:cNvPr>
                <p:cNvGrpSpPr/>
                <p:nvPr/>
              </p:nvGrpSpPr>
              <p:grpSpPr>
                <a:xfrm>
                  <a:off x="4239120" y="1911116"/>
                  <a:ext cx="654228" cy="826631"/>
                  <a:chOff x="2184400" y="2321542"/>
                  <a:chExt cx="1017811" cy="1286025"/>
                </a:xfrm>
              </p:grpSpPr>
              <p:sp>
                <p:nvSpPr>
                  <p:cNvPr id="50" name="椭圆 49">
                    <a:extLst>
                      <a:ext uri="{FF2B5EF4-FFF2-40B4-BE49-F238E27FC236}">
                        <a16:creationId xmlns:a16="http://schemas.microsoft.com/office/drawing/2014/main" id="{B90C8F95-10B3-A85B-9E4E-F2A993BF3BFA}"/>
                      </a:ext>
                    </a:extLst>
                  </p:cNvPr>
                  <p:cNvSpPr/>
                  <p:nvPr/>
                </p:nvSpPr>
                <p:spPr>
                  <a:xfrm>
                    <a:off x="2184400" y="2387600"/>
                    <a:ext cx="321706" cy="291997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tx2">
                          <a:lumMod val="50000"/>
                          <a:lumOff val="50000"/>
                        </a:schemeClr>
                      </a:gs>
                      <a:gs pos="50000">
                        <a:schemeClr val="tx2">
                          <a:lumMod val="25000"/>
                          <a:lumOff val="75000"/>
                        </a:schemeClr>
                      </a:gs>
                      <a:gs pos="100000">
                        <a:schemeClr val="tx2">
                          <a:lumMod val="10000"/>
                          <a:lumOff val="90000"/>
                        </a:scheme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51" name="椭圆 50">
                    <a:extLst>
                      <a:ext uri="{FF2B5EF4-FFF2-40B4-BE49-F238E27FC236}">
                        <a16:creationId xmlns:a16="http://schemas.microsoft.com/office/drawing/2014/main" id="{9CE927F3-3EE6-647C-24CA-2CA5BE18B528}"/>
                      </a:ext>
                    </a:extLst>
                  </p:cNvPr>
                  <p:cNvSpPr/>
                  <p:nvPr/>
                </p:nvSpPr>
                <p:spPr>
                  <a:xfrm>
                    <a:off x="2660015" y="2900680"/>
                    <a:ext cx="72000" cy="7200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cxnSp>
                <p:nvCxnSpPr>
                  <p:cNvPr id="52" name="直接箭头连接符 51">
                    <a:extLst>
                      <a:ext uri="{FF2B5EF4-FFF2-40B4-BE49-F238E27FC236}">
                        <a16:creationId xmlns:a16="http://schemas.microsoft.com/office/drawing/2014/main" id="{05F7C0A4-808A-B7DD-BA5B-CE9B50EE4AFF}"/>
                      </a:ext>
                    </a:extLst>
                  </p:cNvPr>
                  <p:cNvCxnSpPr>
                    <a:cxnSpLocks/>
                    <a:stCxn id="51" idx="1"/>
                    <a:endCxn id="50" idx="5"/>
                  </p:cNvCxnSpPr>
                  <p:nvPr/>
                </p:nvCxnSpPr>
                <p:spPr>
                  <a:xfrm flipH="1" flipV="1">
                    <a:off x="2458993" y="2636835"/>
                    <a:ext cx="211566" cy="274389"/>
                  </a:xfrm>
                  <a:prstGeom prst="straightConnector1">
                    <a:avLst/>
                  </a:prstGeom>
                  <a:ln w="19050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ysDash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3" name="椭圆 52">
                    <a:extLst>
                      <a:ext uri="{FF2B5EF4-FFF2-40B4-BE49-F238E27FC236}">
                        <a16:creationId xmlns:a16="http://schemas.microsoft.com/office/drawing/2014/main" id="{D44AF34B-3510-4786-A4FB-2D67A4139474}"/>
                      </a:ext>
                    </a:extLst>
                  </p:cNvPr>
                  <p:cNvSpPr/>
                  <p:nvPr/>
                </p:nvSpPr>
                <p:spPr>
                  <a:xfrm>
                    <a:off x="2919453" y="2321542"/>
                    <a:ext cx="235372" cy="430125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tx2">
                          <a:lumMod val="50000"/>
                          <a:lumOff val="50000"/>
                        </a:schemeClr>
                      </a:gs>
                      <a:gs pos="50000">
                        <a:schemeClr val="tx2">
                          <a:lumMod val="25000"/>
                          <a:lumOff val="75000"/>
                        </a:schemeClr>
                      </a:gs>
                      <a:gs pos="100000">
                        <a:schemeClr val="tx2">
                          <a:lumMod val="10000"/>
                          <a:lumOff val="90000"/>
                        </a:scheme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54" name="椭圆 53">
                    <a:extLst>
                      <a:ext uri="{FF2B5EF4-FFF2-40B4-BE49-F238E27FC236}">
                        <a16:creationId xmlns:a16="http://schemas.microsoft.com/office/drawing/2014/main" id="{D7B0FCC4-19EA-4740-1396-38CA92BFB6AE}"/>
                      </a:ext>
                    </a:extLst>
                  </p:cNvPr>
                  <p:cNvSpPr/>
                  <p:nvPr/>
                </p:nvSpPr>
                <p:spPr>
                  <a:xfrm rot="1613616">
                    <a:off x="2872070" y="2948830"/>
                    <a:ext cx="330141" cy="49036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tx2">
                          <a:lumMod val="50000"/>
                          <a:lumOff val="50000"/>
                        </a:schemeClr>
                      </a:gs>
                      <a:gs pos="50000">
                        <a:schemeClr val="tx2">
                          <a:lumMod val="25000"/>
                          <a:lumOff val="75000"/>
                        </a:schemeClr>
                      </a:gs>
                      <a:gs pos="100000">
                        <a:schemeClr val="tx2">
                          <a:lumMod val="10000"/>
                          <a:lumOff val="90000"/>
                        </a:scheme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55" name="椭圆 54">
                    <a:extLst>
                      <a:ext uri="{FF2B5EF4-FFF2-40B4-BE49-F238E27FC236}">
                        <a16:creationId xmlns:a16="http://schemas.microsoft.com/office/drawing/2014/main" id="{C23E37F9-8AEE-7979-D406-9CAF0A3BA12E}"/>
                      </a:ext>
                    </a:extLst>
                  </p:cNvPr>
                  <p:cNvSpPr/>
                  <p:nvPr/>
                </p:nvSpPr>
                <p:spPr>
                  <a:xfrm rot="1613616">
                    <a:off x="2220213" y="3367128"/>
                    <a:ext cx="429839" cy="240439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tx2">
                          <a:lumMod val="50000"/>
                          <a:lumOff val="50000"/>
                        </a:schemeClr>
                      </a:gs>
                      <a:gs pos="50000">
                        <a:schemeClr val="tx2">
                          <a:lumMod val="25000"/>
                          <a:lumOff val="75000"/>
                        </a:schemeClr>
                      </a:gs>
                      <a:gs pos="100000">
                        <a:schemeClr val="tx2">
                          <a:lumMod val="10000"/>
                          <a:lumOff val="90000"/>
                        </a:scheme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cxnSp>
                <p:nvCxnSpPr>
                  <p:cNvPr id="56" name="直接箭头连接符 55">
                    <a:extLst>
                      <a:ext uri="{FF2B5EF4-FFF2-40B4-BE49-F238E27FC236}">
                        <a16:creationId xmlns:a16="http://schemas.microsoft.com/office/drawing/2014/main" id="{10C7B2F6-C2BE-4333-6FF9-3992F8473D3C}"/>
                      </a:ext>
                    </a:extLst>
                  </p:cNvPr>
                  <p:cNvCxnSpPr>
                    <a:cxnSpLocks/>
                    <a:stCxn id="51" idx="7"/>
                    <a:endCxn id="53" idx="3"/>
                  </p:cNvCxnSpPr>
                  <p:nvPr/>
                </p:nvCxnSpPr>
                <p:spPr>
                  <a:xfrm flipV="1">
                    <a:off x="2721471" y="2688677"/>
                    <a:ext cx="232451" cy="222547"/>
                  </a:xfrm>
                  <a:prstGeom prst="straightConnector1">
                    <a:avLst/>
                  </a:prstGeom>
                  <a:ln w="19050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ysDash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直接箭头连接符 56">
                    <a:extLst>
                      <a:ext uri="{FF2B5EF4-FFF2-40B4-BE49-F238E27FC236}">
                        <a16:creationId xmlns:a16="http://schemas.microsoft.com/office/drawing/2014/main" id="{44E47C48-40AE-2FA6-DC00-48A4869412BD}"/>
                      </a:ext>
                    </a:extLst>
                  </p:cNvPr>
                  <p:cNvCxnSpPr>
                    <a:cxnSpLocks/>
                    <a:stCxn id="51" idx="5"/>
                    <a:endCxn id="54" idx="2"/>
                  </p:cNvCxnSpPr>
                  <p:nvPr/>
                </p:nvCxnSpPr>
                <p:spPr>
                  <a:xfrm>
                    <a:off x="2721471" y="2962136"/>
                    <a:ext cx="168452" cy="157210"/>
                  </a:xfrm>
                  <a:prstGeom prst="straightConnector1">
                    <a:avLst/>
                  </a:prstGeom>
                  <a:ln w="19050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ysDash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直接箭头连接符 57">
                    <a:extLst>
                      <a:ext uri="{FF2B5EF4-FFF2-40B4-BE49-F238E27FC236}">
                        <a16:creationId xmlns:a16="http://schemas.microsoft.com/office/drawing/2014/main" id="{4D4F7125-157A-7C14-FFC5-4D5D49DD4F72}"/>
                      </a:ext>
                    </a:extLst>
                  </p:cNvPr>
                  <p:cNvCxnSpPr>
                    <a:cxnSpLocks/>
                    <a:stCxn id="51" idx="3"/>
                    <a:endCxn id="55" idx="0"/>
                  </p:cNvCxnSpPr>
                  <p:nvPr/>
                </p:nvCxnSpPr>
                <p:spPr>
                  <a:xfrm flipH="1">
                    <a:off x="2489512" y="2962136"/>
                    <a:ext cx="181047" cy="417994"/>
                  </a:xfrm>
                  <a:prstGeom prst="straightConnector1">
                    <a:avLst/>
                  </a:prstGeom>
                  <a:ln w="19050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ysDash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9" name="文本框 48">
                      <a:extLst>
                        <a:ext uri="{FF2B5EF4-FFF2-40B4-BE49-F238E27FC236}">
                          <a16:creationId xmlns:a16="http://schemas.microsoft.com/office/drawing/2014/main" id="{94B13092-94DE-756D-21B7-B8AA94CDE87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60117" y="2827191"/>
                      <a:ext cx="264431" cy="265201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600" dirty="0"/>
                    </a:p>
                  </p:txBody>
                </p:sp>
              </mc:Choice>
              <mc:Fallback>
                <p:sp>
                  <p:nvSpPr>
                    <p:cNvPr id="49" name="文本框 48">
                      <a:extLst>
                        <a:ext uri="{FF2B5EF4-FFF2-40B4-BE49-F238E27FC236}">
                          <a16:creationId xmlns:a16="http://schemas.microsoft.com/office/drawing/2014/main" id="{94B13092-94DE-756D-21B7-B8AA94CDE87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60117" y="2827191"/>
                      <a:ext cx="264431" cy="265201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15909" r="-6818" b="-2045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59" name="组合 58">
                <a:extLst>
                  <a:ext uri="{FF2B5EF4-FFF2-40B4-BE49-F238E27FC236}">
                    <a16:creationId xmlns:a16="http://schemas.microsoft.com/office/drawing/2014/main" id="{7670C7A8-DA76-0C9C-0F7B-393B152AE098}"/>
                  </a:ext>
                </a:extLst>
              </p:cNvPr>
              <p:cNvGrpSpPr/>
              <p:nvPr/>
            </p:nvGrpSpPr>
            <p:grpSpPr>
              <a:xfrm>
                <a:off x="7254898" y="7200729"/>
                <a:ext cx="654228" cy="1162296"/>
                <a:chOff x="4239120" y="1911116"/>
                <a:chExt cx="654228" cy="1162296"/>
              </a:xfrm>
            </p:grpSpPr>
            <p:grpSp>
              <p:nvGrpSpPr>
                <p:cNvPr id="60" name="组合 59">
                  <a:extLst>
                    <a:ext uri="{FF2B5EF4-FFF2-40B4-BE49-F238E27FC236}">
                      <a16:creationId xmlns:a16="http://schemas.microsoft.com/office/drawing/2014/main" id="{DA887501-DF07-5ACF-8C62-30E2D6B11642}"/>
                    </a:ext>
                  </a:extLst>
                </p:cNvPr>
                <p:cNvGrpSpPr/>
                <p:nvPr/>
              </p:nvGrpSpPr>
              <p:grpSpPr>
                <a:xfrm>
                  <a:off x="4239120" y="1911116"/>
                  <a:ext cx="654228" cy="826631"/>
                  <a:chOff x="2184400" y="2321542"/>
                  <a:chExt cx="1017811" cy="1286025"/>
                </a:xfrm>
              </p:grpSpPr>
              <p:sp>
                <p:nvSpPr>
                  <p:cNvPr id="62" name="椭圆 61">
                    <a:extLst>
                      <a:ext uri="{FF2B5EF4-FFF2-40B4-BE49-F238E27FC236}">
                        <a16:creationId xmlns:a16="http://schemas.microsoft.com/office/drawing/2014/main" id="{17BB9519-6992-45F9-2A6A-92F384C6D86A}"/>
                      </a:ext>
                    </a:extLst>
                  </p:cNvPr>
                  <p:cNvSpPr/>
                  <p:nvPr/>
                </p:nvSpPr>
                <p:spPr>
                  <a:xfrm>
                    <a:off x="2184400" y="2387600"/>
                    <a:ext cx="321706" cy="291997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tx2">
                          <a:lumMod val="50000"/>
                          <a:lumOff val="50000"/>
                        </a:schemeClr>
                      </a:gs>
                      <a:gs pos="50000">
                        <a:schemeClr val="tx2">
                          <a:lumMod val="25000"/>
                          <a:lumOff val="75000"/>
                        </a:schemeClr>
                      </a:gs>
                      <a:gs pos="100000">
                        <a:schemeClr val="tx2">
                          <a:lumMod val="10000"/>
                          <a:lumOff val="90000"/>
                        </a:scheme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3" name="椭圆 62">
                    <a:extLst>
                      <a:ext uri="{FF2B5EF4-FFF2-40B4-BE49-F238E27FC236}">
                        <a16:creationId xmlns:a16="http://schemas.microsoft.com/office/drawing/2014/main" id="{19CB4EE4-6A7C-B974-E0EB-F85E34E1D5D8}"/>
                      </a:ext>
                    </a:extLst>
                  </p:cNvPr>
                  <p:cNvSpPr/>
                  <p:nvPr/>
                </p:nvSpPr>
                <p:spPr>
                  <a:xfrm>
                    <a:off x="2660015" y="2900680"/>
                    <a:ext cx="72000" cy="7200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cxnSp>
                <p:nvCxnSpPr>
                  <p:cNvPr id="64" name="直接箭头连接符 63">
                    <a:extLst>
                      <a:ext uri="{FF2B5EF4-FFF2-40B4-BE49-F238E27FC236}">
                        <a16:creationId xmlns:a16="http://schemas.microsoft.com/office/drawing/2014/main" id="{FE0A4137-9AD5-E6F3-4866-ABC46A48A363}"/>
                      </a:ext>
                    </a:extLst>
                  </p:cNvPr>
                  <p:cNvCxnSpPr>
                    <a:cxnSpLocks/>
                    <a:stCxn id="63" idx="1"/>
                    <a:endCxn id="62" idx="5"/>
                  </p:cNvCxnSpPr>
                  <p:nvPr/>
                </p:nvCxnSpPr>
                <p:spPr>
                  <a:xfrm flipH="1" flipV="1">
                    <a:off x="2458993" y="2636835"/>
                    <a:ext cx="211566" cy="274389"/>
                  </a:xfrm>
                  <a:prstGeom prst="straightConnector1">
                    <a:avLst/>
                  </a:prstGeom>
                  <a:ln w="19050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ysDash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5" name="椭圆 64">
                    <a:extLst>
                      <a:ext uri="{FF2B5EF4-FFF2-40B4-BE49-F238E27FC236}">
                        <a16:creationId xmlns:a16="http://schemas.microsoft.com/office/drawing/2014/main" id="{26325B91-381F-5197-B76F-0660CC893608}"/>
                      </a:ext>
                    </a:extLst>
                  </p:cNvPr>
                  <p:cNvSpPr/>
                  <p:nvPr/>
                </p:nvSpPr>
                <p:spPr>
                  <a:xfrm>
                    <a:off x="2919453" y="2321542"/>
                    <a:ext cx="235372" cy="430125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tx2">
                          <a:lumMod val="50000"/>
                          <a:lumOff val="50000"/>
                        </a:schemeClr>
                      </a:gs>
                      <a:gs pos="50000">
                        <a:schemeClr val="tx2">
                          <a:lumMod val="25000"/>
                          <a:lumOff val="75000"/>
                        </a:schemeClr>
                      </a:gs>
                      <a:gs pos="100000">
                        <a:schemeClr val="tx2">
                          <a:lumMod val="10000"/>
                          <a:lumOff val="90000"/>
                        </a:scheme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6" name="椭圆 65">
                    <a:extLst>
                      <a:ext uri="{FF2B5EF4-FFF2-40B4-BE49-F238E27FC236}">
                        <a16:creationId xmlns:a16="http://schemas.microsoft.com/office/drawing/2014/main" id="{951C63C3-4752-96F6-93A9-F3FFB9CA3259}"/>
                      </a:ext>
                    </a:extLst>
                  </p:cNvPr>
                  <p:cNvSpPr/>
                  <p:nvPr/>
                </p:nvSpPr>
                <p:spPr>
                  <a:xfrm rot="1613616">
                    <a:off x="2872070" y="2948830"/>
                    <a:ext cx="330141" cy="49036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tx2">
                          <a:lumMod val="50000"/>
                          <a:lumOff val="50000"/>
                        </a:schemeClr>
                      </a:gs>
                      <a:gs pos="50000">
                        <a:schemeClr val="tx2">
                          <a:lumMod val="25000"/>
                          <a:lumOff val="75000"/>
                        </a:schemeClr>
                      </a:gs>
                      <a:gs pos="100000">
                        <a:schemeClr val="tx2">
                          <a:lumMod val="10000"/>
                          <a:lumOff val="90000"/>
                        </a:scheme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7" name="椭圆 66">
                    <a:extLst>
                      <a:ext uri="{FF2B5EF4-FFF2-40B4-BE49-F238E27FC236}">
                        <a16:creationId xmlns:a16="http://schemas.microsoft.com/office/drawing/2014/main" id="{2364B7C3-F183-7269-0067-CE65B70E32BC}"/>
                      </a:ext>
                    </a:extLst>
                  </p:cNvPr>
                  <p:cNvSpPr/>
                  <p:nvPr/>
                </p:nvSpPr>
                <p:spPr>
                  <a:xfrm rot="1613616">
                    <a:off x="2220213" y="3367128"/>
                    <a:ext cx="429839" cy="240439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tx2">
                          <a:lumMod val="50000"/>
                          <a:lumOff val="50000"/>
                        </a:schemeClr>
                      </a:gs>
                      <a:gs pos="50000">
                        <a:schemeClr val="tx2">
                          <a:lumMod val="25000"/>
                          <a:lumOff val="75000"/>
                        </a:schemeClr>
                      </a:gs>
                      <a:gs pos="100000">
                        <a:schemeClr val="tx2">
                          <a:lumMod val="10000"/>
                          <a:lumOff val="90000"/>
                        </a:scheme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cxnSp>
                <p:nvCxnSpPr>
                  <p:cNvPr id="68" name="直接箭头连接符 67">
                    <a:extLst>
                      <a:ext uri="{FF2B5EF4-FFF2-40B4-BE49-F238E27FC236}">
                        <a16:creationId xmlns:a16="http://schemas.microsoft.com/office/drawing/2014/main" id="{46FD0485-4815-8724-0BB5-530BCCC8A6E4}"/>
                      </a:ext>
                    </a:extLst>
                  </p:cNvPr>
                  <p:cNvCxnSpPr>
                    <a:cxnSpLocks/>
                    <a:stCxn id="63" idx="7"/>
                    <a:endCxn id="65" idx="3"/>
                  </p:cNvCxnSpPr>
                  <p:nvPr/>
                </p:nvCxnSpPr>
                <p:spPr>
                  <a:xfrm flipV="1">
                    <a:off x="2721471" y="2688677"/>
                    <a:ext cx="232451" cy="222547"/>
                  </a:xfrm>
                  <a:prstGeom prst="straightConnector1">
                    <a:avLst/>
                  </a:prstGeom>
                  <a:ln w="19050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ysDash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" name="直接箭头连接符 68">
                    <a:extLst>
                      <a:ext uri="{FF2B5EF4-FFF2-40B4-BE49-F238E27FC236}">
                        <a16:creationId xmlns:a16="http://schemas.microsoft.com/office/drawing/2014/main" id="{B11E2BAF-6CF8-0BA9-84EC-87014444A362}"/>
                      </a:ext>
                    </a:extLst>
                  </p:cNvPr>
                  <p:cNvCxnSpPr>
                    <a:cxnSpLocks/>
                    <a:stCxn id="63" idx="5"/>
                    <a:endCxn id="66" idx="2"/>
                  </p:cNvCxnSpPr>
                  <p:nvPr/>
                </p:nvCxnSpPr>
                <p:spPr>
                  <a:xfrm>
                    <a:off x="2721471" y="2962136"/>
                    <a:ext cx="168452" cy="157210"/>
                  </a:xfrm>
                  <a:prstGeom prst="straightConnector1">
                    <a:avLst/>
                  </a:prstGeom>
                  <a:ln w="19050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ysDash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" name="直接箭头连接符 69">
                    <a:extLst>
                      <a:ext uri="{FF2B5EF4-FFF2-40B4-BE49-F238E27FC236}">
                        <a16:creationId xmlns:a16="http://schemas.microsoft.com/office/drawing/2014/main" id="{C80BD1B4-ACF0-46E3-A4B8-43907D367E48}"/>
                      </a:ext>
                    </a:extLst>
                  </p:cNvPr>
                  <p:cNvCxnSpPr>
                    <a:cxnSpLocks/>
                    <a:stCxn id="63" idx="3"/>
                    <a:endCxn id="67" idx="0"/>
                  </p:cNvCxnSpPr>
                  <p:nvPr/>
                </p:nvCxnSpPr>
                <p:spPr>
                  <a:xfrm flipH="1">
                    <a:off x="2489512" y="2962136"/>
                    <a:ext cx="181047" cy="417994"/>
                  </a:xfrm>
                  <a:prstGeom prst="straightConnector1">
                    <a:avLst/>
                  </a:prstGeom>
                  <a:ln w="19050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ysDash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1" name="文本框 60">
                      <a:extLst>
                        <a:ext uri="{FF2B5EF4-FFF2-40B4-BE49-F238E27FC236}">
                          <a16:creationId xmlns:a16="http://schemas.microsoft.com/office/drawing/2014/main" id="{2890A5D7-D0D0-4F15-4411-D102E9888CD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60117" y="2827191"/>
                      <a:ext cx="243400" cy="246221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600" dirty="0"/>
                    </a:p>
                  </p:txBody>
                </p:sp>
              </mc:Choice>
              <mc:Fallback>
                <p:sp>
                  <p:nvSpPr>
                    <p:cNvPr id="61" name="文本框 60">
                      <a:extLst>
                        <a:ext uri="{FF2B5EF4-FFF2-40B4-BE49-F238E27FC236}">
                          <a16:creationId xmlns:a16="http://schemas.microsoft.com/office/drawing/2014/main" id="{2890A5D7-D0D0-4F15-4411-D102E9888CD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60117" y="2827191"/>
                      <a:ext cx="243400" cy="246221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20000" r="-2500" b="-97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106" name="组合 105">
              <a:extLst>
                <a:ext uri="{FF2B5EF4-FFF2-40B4-BE49-F238E27FC236}">
                  <a16:creationId xmlns:a16="http://schemas.microsoft.com/office/drawing/2014/main" id="{5BDB255C-537F-E0CE-B48A-ED0351A6E118}"/>
                </a:ext>
              </a:extLst>
            </p:cNvPr>
            <p:cNvGrpSpPr/>
            <p:nvPr/>
          </p:nvGrpSpPr>
          <p:grpSpPr>
            <a:xfrm>
              <a:off x="4627624" y="8317438"/>
              <a:ext cx="1099133" cy="838512"/>
              <a:chOff x="5060327" y="5771963"/>
              <a:chExt cx="1099133" cy="838512"/>
            </a:xfrm>
          </p:grpSpPr>
          <p:grpSp>
            <p:nvGrpSpPr>
              <p:cNvPr id="94" name="组合 93">
                <a:extLst>
                  <a:ext uri="{FF2B5EF4-FFF2-40B4-BE49-F238E27FC236}">
                    <a16:creationId xmlns:a16="http://schemas.microsoft.com/office/drawing/2014/main" id="{E27CE71C-6FFF-1EC4-3EFE-49F7A2CE5E30}"/>
                  </a:ext>
                </a:extLst>
              </p:cNvPr>
              <p:cNvGrpSpPr/>
              <p:nvPr/>
            </p:nvGrpSpPr>
            <p:grpSpPr>
              <a:xfrm>
                <a:off x="5060327" y="5771963"/>
                <a:ext cx="444083" cy="838512"/>
                <a:chOff x="5060327" y="5771963"/>
                <a:chExt cx="444083" cy="838512"/>
              </a:xfrm>
            </p:grpSpPr>
            <p:sp>
              <p:nvSpPr>
                <p:cNvPr id="140" name="椭圆 139">
                  <a:extLst>
                    <a:ext uri="{FF2B5EF4-FFF2-40B4-BE49-F238E27FC236}">
                      <a16:creationId xmlns:a16="http://schemas.microsoft.com/office/drawing/2014/main" id="{72907A54-5E8D-D2F0-DEB3-2532FC1080E4}"/>
                    </a:ext>
                  </a:extLst>
                </p:cNvPr>
                <p:cNvSpPr/>
                <p:nvPr/>
              </p:nvSpPr>
              <p:spPr>
                <a:xfrm>
                  <a:off x="5060327" y="5812459"/>
                  <a:ext cx="134422" cy="13297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50000">
                      <a:schemeClr val="tx2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10000"/>
                        <a:lumOff val="9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1" name="椭圆 140">
                  <a:extLst>
                    <a:ext uri="{FF2B5EF4-FFF2-40B4-BE49-F238E27FC236}">
                      <a16:creationId xmlns:a16="http://schemas.microsoft.com/office/drawing/2014/main" id="{1A5F746B-14A8-FF8A-C44B-792733C1DD29}"/>
                    </a:ext>
                  </a:extLst>
                </p:cNvPr>
                <p:cNvSpPr/>
                <p:nvPr/>
              </p:nvSpPr>
              <p:spPr>
                <a:xfrm>
                  <a:off x="5249890" y="6027076"/>
                  <a:ext cx="46280" cy="4628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142" name="直接箭头连接符 141">
                  <a:extLst>
                    <a:ext uri="{FF2B5EF4-FFF2-40B4-BE49-F238E27FC236}">
                      <a16:creationId xmlns:a16="http://schemas.microsoft.com/office/drawing/2014/main" id="{84163DDD-1E95-4A1A-1DC1-5215C996061F}"/>
                    </a:ext>
                  </a:extLst>
                </p:cNvPr>
                <p:cNvCxnSpPr>
                  <a:cxnSpLocks/>
                  <a:stCxn id="141" idx="1"/>
                </p:cNvCxnSpPr>
                <p:nvPr/>
              </p:nvCxnSpPr>
              <p:spPr>
                <a:xfrm flipH="1" flipV="1">
                  <a:off x="5166599" y="5924472"/>
                  <a:ext cx="90069" cy="109382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prstDash val="sysDash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3" name="椭圆 142">
                  <a:extLst>
                    <a:ext uri="{FF2B5EF4-FFF2-40B4-BE49-F238E27FC236}">
                      <a16:creationId xmlns:a16="http://schemas.microsoft.com/office/drawing/2014/main" id="{8C3BE9B7-CA0B-1F1F-A30A-7316DB3931A6}"/>
                    </a:ext>
                  </a:extLst>
                </p:cNvPr>
                <p:cNvSpPr/>
                <p:nvPr/>
              </p:nvSpPr>
              <p:spPr>
                <a:xfrm>
                  <a:off x="5394134" y="5771963"/>
                  <a:ext cx="98348" cy="19588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50000">
                      <a:schemeClr val="tx2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10000"/>
                        <a:lumOff val="9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4" name="椭圆 143">
                  <a:extLst>
                    <a:ext uri="{FF2B5EF4-FFF2-40B4-BE49-F238E27FC236}">
                      <a16:creationId xmlns:a16="http://schemas.microsoft.com/office/drawing/2014/main" id="{5B5604F5-1C80-EDC6-5DCD-0A9AE8CD4679}"/>
                    </a:ext>
                  </a:extLst>
                </p:cNvPr>
                <p:cNvSpPr/>
                <p:nvPr/>
              </p:nvSpPr>
              <p:spPr>
                <a:xfrm rot="1613616">
                  <a:off x="5366463" y="6049997"/>
                  <a:ext cx="137947" cy="223321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50000">
                      <a:schemeClr val="tx2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10000"/>
                        <a:lumOff val="9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5" name="椭圆 144">
                  <a:extLst>
                    <a:ext uri="{FF2B5EF4-FFF2-40B4-BE49-F238E27FC236}">
                      <a16:creationId xmlns:a16="http://schemas.microsoft.com/office/drawing/2014/main" id="{210F13EB-7591-7FBB-20CC-9B1384B56FDE}"/>
                    </a:ext>
                  </a:extLst>
                </p:cNvPr>
                <p:cNvSpPr/>
                <p:nvPr/>
              </p:nvSpPr>
              <p:spPr>
                <a:xfrm rot="1613616">
                  <a:off x="5064680" y="6188954"/>
                  <a:ext cx="179604" cy="10949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50000">
                      <a:schemeClr val="tx2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10000"/>
                        <a:lumOff val="9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146" name="直接箭头连接符 145">
                  <a:extLst>
                    <a:ext uri="{FF2B5EF4-FFF2-40B4-BE49-F238E27FC236}">
                      <a16:creationId xmlns:a16="http://schemas.microsoft.com/office/drawing/2014/main" id="{37EF391D-EC2D-B523-5F52-32B558478132}"/>
                    </a:ext>
                  </a:extLst>
                </p:cNvPr>
                <p:cNvCxnSpPr>
                  <a:cxnSpLocks/>
                  <a:stCxn id="141" idx="7"/>
                </p:cNvCxnSpPr>
                <p:nvPr/>
              </p:nvCxnSpPr>
              <p:spPr>
                <a:xfrm flipV="1">
                  <a:off x="5289392" y="5931294"/>
                  <a:ext cx="108277" cy="102560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prstDash val="sysDash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" name="直接箭头连接符 146">
                  <a:extLst>
                    <a:ext uri="{FF2B5EF4-FFF2-40B4-BE49-F238E27FC236}">
                      <a16:creationId xmlns:a16="http://schemas.microsoft.com/office/drawing/2014/main" id="{8CAD8054-AC90-E443-0872-1A0B37D604CA}"/>
                    </a:ext>
                  </a:extLst>
                </p:cNvPr>
                <p:cNvCxnSpPr>
                  <a:cxnSpLocks/>
                  <a:stCxn id="141" idx="5"/>
                </p:cNvCxnSpPr>
                <p:nvPr/>
              </p:nvCxnSpPr>
              <p:spPr>
                <a:xfrm>
                  <a:off x="5289392" y="6066578"/>
                  <a:ext cx="85402" cy="69880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prstDash val="sysDash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" name="直接箭头连接符 147">
                  <a:extLst>
                    <a:ext uri="{FF2B5EF4-FFF2-40B4-BE49-F238E27FC236}">
                      <a16:creationId xmlns:a16="http://schemas.microsoft.com/office/drawing/2014/main" id="{36F74A43-936F-4B84-DCBF-4B2E8D3FBD0A}"/>
                    </a:ext>
                  </a:extLst>
                </p:cNvPr>
                <p:cNvCxnSpPr>
                  <a:cxnSpLocks/>
                  <a:stCxn id="141" idx="3"/>
                </p:cNvCxnSpPr>
                <p:nvPr/>
              </p:nvCxnSpPr>
              <p:spPr>
                <a:xfrm flipH="1">
                  <a:off x="5194749" y="6066578"/>
                  <a:ext cx="61919" cy="149046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prstDash val="sysDash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39" name="文本框 138">
                      <a:extLst>
                        <a:ext uri="{FF2B5EF4-FFF2-40B4-BE49-F238E27FC236}">
                          <a16:creationId xmlns:a16="http://schemas.microsoft.com/office/drawing/2014/main" id="{799B16B7-7AC0-2B34-D9E9-68AA302FF84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158312" y="6345274"/>
                      <a:ext cx="264431" cy="265201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600" dirty="0"/>
                    </a:p>
                  </p:txBody>
                </p:sp>
              </mc:Choice>
              <mc:Fallback>
                <p:sp>
                  <p:nvSpPr>
                    <p:cNvPr id="139" name="文本框 138">
                      <a:extLst>
                        <a:ext uri="{FF2B5EF4-FFF2-40B4-BE49-F238E27FC236}">
                          <a16:creationId xmlns:a16="http://schemas.microsoft.com/office/drawing/2014/main" id="{799B16B7-7AC0-2B34-D9E9-68AA302FF84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158312" y="6345274"/>
                      <a:ext cx="264431" cy="265201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15909" r="-6818" b="-2045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95" name="组合 94">
                <a:extLst>
                  <a:ext uri="{FF2B5EF4-FFF2-40B4-BE49-F238E27FC236}">
                    <a16:creationId xmlns:a16="http://schemas.microsoft.com/office/drawing/2014/main" id="{52D8380E-A80B-9A82-141E-212E1EB1B62B}"/>
                  </a:ext>
                </a:extLst>
              </p:cNvPr>
              <p:cNvGrpSpPr/>
              <p:nvPr/>
            </p:nvGrpSpPr>
            <p:grpSpPr>
              <a:xfrm>
                <a:off x="5715377" y="5771963"/>
                <a:ext cx="444083" cy="819532"/>
                <a:chOff x="5060327" y="5771963"/>
                <a:chExt cx="444083" cy="819532"/>
              </a:xfrm>
            </p:grpSpPr>
            <p:sp>
              <p:nvSpPr>
                <p:cNvPr id="96" name="椭圆 95">
                  <a:extLst>
                    <a:ext uri="{FF2B5EF4-FFF2-40B4-BE49-F238E27FC236}">
                      <a16:creationId xmlns:a16="http://schemas.microsoft.com/office/drawing/2014/main" id="{CC57C3E1-8F27-CCB0-8D5A-CD8CAFA22678}"/>
                    </a:ext>
                  </a:extLst>
                </p:cNvPr>
                <p:cNvSpPr/>
                <p:nvPr/>
              </p:nvSpPr>
              <p:spPr>
                <a:xfrm>
                  <a:off x="5060327" y="5812459"/>
                  <a:ext cx="134422" cy="13297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50000">
                      <a:schemeClr val="tx2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10000"/>
                        <a:lumOff val="9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7" name="椭圆 96">
                  <a:extLst>
                    <a:ext uri="{FF2B5EF4-FFF2-40B4-BE49-F238E27FC236}">
                      <a16:creationId xmlns:a16="http://schemas.microsoft.com/office/drawing/2014/main" id="{EBD78F10-AA11-B28F-31C1-0DB77996B4A4}"/>
                    </a:ext>
                  </a:extLst>
                </p:cNvPr>
                <p:cNvSpPr/>
                <p:nvPr/>
              </p:nvSpPr>
              <p:spPr>
                <a:xfrm>
                  <a:off x="5249890" y="6027076"/>
                  <a:ext cx="46280" cy="4628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98" name="直接箭头连接符 97">
                  <a:extLst>
                    <a:ext uri="{FF2B5EF4-FFF2-40B4-BE49-F238E27FC236}">
                      <a16:creationId xmlns:a16="http://schemas.microsoft.com/office/drawing/2014/main" id="{C28B97B4-D27D-BD87-A27A-9EEEFDB79D19}"/>
                    </a:ext>
                  </a:extLst>
                </p:cNvPr>
                <p:cNvCxnSpPr>
                  <a:cxnSpLocks/>
                  <a:stCxn id="97" idx="1"/>
                </p:cNvCxnSpPr>
                <p:nvPr/>
              </p:nvCxnSpPr>
              <p:spPr>
                <a:xfrm flipH="1" flipV="1">
                  <a:off x="5166599" y="5924472"/>
                  <a:ext cx="90069" cy="109382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prstDash val="sysDash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9" name="椭圆 98">
                  <a:extLst>
                    <a:ext uri="{FF2B5EF4-FFF2-40B4-BE49-F238E27FC236}">
                      <a16:creationId xmlns:a16="http://schemas.microsoft.com/office/drawing/2014/main" id="{B7B41A01-F00C-0328-9A13-93E5AEB896B8}"/>
                    </a:ext>
                  </a:extLst>
                </p:cNvPr>
                <p:cNvSpPr/>
                <p:nvPr/>
              </p:nvSpPr>
              <p:spPr>
                <a:xfrm>
                  <a:off x="5394134" y="5771963"/>
                  <a:ext cx="98348" cy="19588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50000">
                      <a:schemeClr val="tx2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10000"/>
                        <a:lumOff val="9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00" name="椭圆 99">
                  <a:extLst>
                    <a:ext uri="{FF2B5EF4-FFF2-40B4-BE49-F238E27FC236}">
                      <a16:creationId xmlns:a16="http://schemas.microsoft.com/office/drawing/2014/main" id="{FD969D8A-24D9-0CF1-7C6C-1E02D1F5F2EF}"/>
                    </a:ext>
                  </a:extLst>
                </p:cNvPr>
                <p:cNvSpPr/>
                <p:nvPr/>
              </p:nvSpPr>
              <p:spPr>
                <a:xfrm rot="1613616">
                  <a:off x="5366463" y="6049997"/>
                  <a:ext cx="137947" cy="223321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50000">
                      <a:schemeClr val="tx2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10000"/>
                        <a:lumOff val="9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01" name="椭圆 100">
                  <a:extLst>
                    <a:ext uri="{FF2B5EF4-FFF2-40B4-BE49-F238E27FC236}">
                      <a16:creationId xmlns:a16="http://schemas.microsoft.com/office/drawing/2014/main" id="{BF35E30A-7C1F-6973-5213-44341DC92363}"/>
                    </a:ext>
                  </a:extLst>
                </p:cNvPr>
                <p:cNvSpPr/>
                <p:nvPr/>
              </p:nvSpPr>
              <p:spPr>
                <a:xfrm rot="1613616">
                  <a:off x="5064680" y="6188954"/>
                  <a:ext cx="179604" cy="10949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50000">
                      <a:schemeClr val="tx2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10000"/>
                        <a:lumOff val="9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102" name="直接箭头连接符 101">
                  <a:extLst>
                    <a:ext uri="{FF2B5EF4-FFF2-40B4-BE49-F238E27FC236}">
                      <a16:creationId xmlns:a16="http://schemas.microsoft.com/office/drawing/2014/main" id="{BA8E3D88-C8AA-952D-6578-5DA578F18A43}"/>
                    </a:ext>
                  </a:extLst>
                </p:cNvPr>
                <p:cNvCxnSpPr>
                  <a:cxnSpLocks/>
                  <a:stCxn id="97" idx="7"/>
                </p:cNvCxnSpPr>
                <p:nvPr/>
              </p:nvCxnSpPr>
              <p:spPr>
                <a:xfrm flipV="1">
                  <a:off x="5289392" y="5931294"/>
                  <a:ext cx="108277" cy="102560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prstDash val="sysDash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直接箭头连接符 102">
                  <a:extLst>
                    <a:ext uri="{FF2B5EF4-FFF2-40B4-BE49-F238E27FC236}">
                      <a16:creationId xmlns:a16="http://schemas.microsoft.com/office/drawing/2014/main" id="{6E1DE711-E364-369E-0597-0A3616F8C9FE}"/>
                    </a:ext>
                  </a:extLst>
                </p:cNvPr>
                <p:cNvCxnSpPr>
                  <a:cxnSpLocks/>
                  <a:stCxn id="97" idx="5"/>
                </p:cNvCxnSpPr>
                <p:nvPr/>
              </p:nvCxnSpPr>
              <p:spPr>
                <a:xfrm>
                  <a:off x="5289392" y="6066578"/>
                  <a:ext cx="85402" cy="69880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prstDash val="sysDash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直接箭头连接符 103">
                  <a:extLst>
                    <a:ext uri="{FF2B5EF4-FFF2-40B4-BE49-F238E27FC236}">
                      <a16:creationId xmlns:a16="http://schemas.microsoft.com/office/drawing/2014/main" id="{5309685E-2CD2-158E-8026-6E1D4153AFE3}"/>
                    </a:ext>
                  </a:extLst>
                </p:cNvPr>
                <p:cNvCxnSpPr>
                  <a:cxnSpLocks/>
                  <a:stCxn id="97" idx="3"/>
                </p:cNvCxnSpPr>
                <p:nvPr/>
              </p:nvCxnSpPr>
              <p:spPr>
                <a:xfrm flipH="1">
                  <a:off x="5194749" y="6066578"/>
                  <a:ext cx="61919" cy="149046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prstDash val="sysDash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05" name="文本框 104">
                      <a:extLst>
                        <a:ext uri="{FF2B5EF4-FFF2-40B4-BE49-F238E27FC236}">
                          <a16:creationId xmlns:a16="http://schemas.microsoft.com/office/drawing/2014/main" id="{F880D2FD-02C2-F89C-DBE8-6DF15129322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158312" y="6345274"/>
                      <a:ext cx="248145" cy="246221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600" dirty="0"/>
                    </a:p>
                  </p:txBody>
                </p:sp>
              </mc:Choice>
              <mc:Fallback>
                <p:sp>
                  <p:nvSpPr>
                    <p:cNvPr id="105" name="文本框 104">
                      <a:extLst>
                        <a:ext uri="{FF2B5EF4-FFF2-40B4-BE49-F238E27FC236}">
                          <a16:creationId xmlns:a16="http://schemas.microsoft.com/office/drawing/2014/main" id="{F880D2FD-02C2-F89C-DBE8-6DF15129322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158312" y="6345274"/>
                      <a:ext cx="248145" cy="246221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l="-20000" r="-2500" b="-97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46D54E30-5CBC-41F7-DFDE-8DF07410704F}"/>
                    </a:ext>
                  </a:extLst>
                </p:cNvPr>
                <p:cNvSpPr txBox="1"/>
                <p:nvPr/>
              </p:nvSpPr>
              <p:spPr>
                <a:xfrm>
                  <a:off x="686324" y="11087910"/>
                  <a:ext cx="4981017" cy="35753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r"/>
                  <a:r>
                    <a:rPr lang="zh-CN" altLang="en-US" sz="160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子锚点继承父锚点尺度</a:t>
                  </a:r>
                  <a:r>
                    <a:rPr lang="en-US" altLang="zh-CN" sz="160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</m:t>
                          </m:r>
                        </m:sub>
                      </m:sSub>
                      <m:r>
                        <a:rPr lang="en-US" altLang="zh-CN" sz="1600" b="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</m:sub>
                      </m:sSub>
                    </m:oMath>
                  </a14:m>
                  <a:r>
                    <a:rPr lang="en-US" altLang="zh-CN" sz="1600" dirty="0">
                      <a:latin typeface="Arial" panose="020B0604020202020204" pitchFamily="34" charset="0"/>
                      <a:ea typeface="宋体" panose="02010600030101010101" pitchFamily="2" charset="-122"/>
                      <a:cs typeface="Arial" panose="020B0604020202020204" pitchFamily="34" charset="0"/>
                    </a:rPr>
                    <a:t> </a:t>
                  </a:r>
                  <a:endParaRPr lang="en-US" sz="1600" dirty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46D54E30-5CBC-41F7-DFDE-8DF0741070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324" y="11087910"/>
                  <a:ext cx="4981017" cy="357534"/>
                </a:xfrm>
                <a:prstGeom prst="rect">
                  <a:avLst/>
                </a:prstGeom>
                <a:blipFill>
                  <a:blip r:embed="rId10"/>
                  <a:stretch>
                    <a:fillRect t="-8475" b="-118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9" name="组合 108">
              <a:extLst>
                <a:ext uri="{FF2B5EF4-FFF2-40B4-BE49-F238E27FC236}">
                  <a16:creationId xmlns:a16="http://schemas.microsoft.com/office/drawing/2014/main" id="{56B25BDD-8757-E50F-5A07-32C7A2E7B1C8}"/>
                </a:ext>
              </a:extLst>
            </p:cNvPr>
            <p:cNvGrpSpPr/>
            <p:nvPr/>
          </p:nvGrpSpPr>
          <p:grpSpPr>
            <a:xfrm>
              <a:off x="6826873" y="10171825"/>
              <a:ext cx="4010917" cy="1215335"/>
              <a:chOff x="7296962" y="5628298"/>
              <a:chExt cx="4010917" cy="1215335"/>
            </a:xfrm>
          </p:grpSpPr>
          <p:pic>
            <p:nvPicPr>
              <p:cNvPr id="110" name="图形 109" descr="雪花 纯色填充">
                <a:extLst>
                  <a:ext uri="{FF2B5EF4-FFF2-40B4-BE49-F238E27FC236}">
                    <a16:creationId xmlns:a16="http://schemas.microsoft.com/office/drawing/2014/main" id="{5771B476-1211-8495-BEF9-BA0AC54D9F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7483681" y="5714006"/>
                <a:ext cx="914400" cy="939778"/>
              </a:xfrm>
              <a:prstGeom prst="rect">
                <a:avLst/>
              </a:prstGeom>
            </p:spPr>
          </p:pic>
          <p:pic>
            <p:nvPicPr>
              <p:cNvPr id="111" name="图形 110" descr="树叶 纯色填充">
                <a:extLst>
                  <a:ext uri="{FF2B5EF4-FFF2-40B4-BE49-F238E27FC236}">
                    <a16:creationId xmlns:a16="http://schemas.microsoft.com/office/drawing/2014/main" id="{2B86B309-3E0B-CA76-3E3F-970F9376CA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0308725" y="5814093"/>
                <a:ext cx="681863" cy="700787"/>
              </a:xfrm>
              <a:prstGeom prst="rect">
                <a:avLst/>
              </a:prstGeom>
            </p:spPr>
          </p:pic>
          <p:sp>
            <p:nvSpPr>
              <p:cNvPr id="184" name="箭头: 右 183">
                <a:extLst>
                  <a:ext uri="{FF2B5EF4-FFF2-40B4-BE49-F238E27FC236}">
                    <a16:creationId xmlns:a16="http://schemas.microsoft.com/office/drawing/2014/main" id="{3AB9004E-3D84-FEA3-1AAD-EEA0992C1A2E}"/>
                  </a:ext>
                </a:extLst>
              </p:cNvPr>
              <p:cNvSpPr/>
              <p:nvPr/>
            </p:nvSpPr>
            <p:spPr>
              <a:xfrm>
                <a:off x="8398081" y="6004007"/>
                <a:ext cx="1822287" cy="388109"/>
              </a:xfrm>
              <a:prstGeom prst="rightArrow">
                <a:avLst/>
              </a:prstGeom>
              <a:gradFill flip="none" rotWithShape="1">
                <a:gsLst>
                  <a:gs pos="0">
                    <a:schemeClr val="accent6"/>
                  </a:gs>
                  <a:gs pos="100000">
                    <a:schemeClr val="accent4">
                      <a:lumMod val="60000"/>
                      <a:lumOff val="40000"/>
                    </a:schemeClr>
                  </a:gs>
                </a:gsLst>
                <a:lin ang="10800000" scaled="1"/>
                <a:tileRect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85" name="文本框 184">
                    <a:extLst>
                      <a:ext uri="{FF2B5EF4-FFF2-40B4-BE49-F238E27FC236}">
                        <a16:creationId xmlns:a16="http://schemas.microsoft.com/office/drawing/2014/main" id="{7F9D7CEF-C5B1-E5A4-3807-1E3975C3B22A}"/>
                      </a:ext>
                    </a:extLst>
                  </p:cNvPr>
                  <p:cNvSpPr txBox="1"/>
                  <p:nvPr/>
                </p:nvSpPr>
                <p:spPr>
                  <a:xfrm>
                    <a:off x="7296962" y="6505079"/>
                    <a:ext cx="1280160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16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>
              <p:sp>
                <p:nvSpPr>
                  <p:cNvPr id="185" name="文本框 184">
                    <a:extLst>
                      <a:ext uri="{FF2B5EF4-FFF2-40B4-BE49-F238E27FC236}">
                        <a16:creationId xmlns:a16="http://schemas.microsoft.com/office/drawing/2014/main" id="{7F9D7CEF-C5B1-E5A4-3807-1E3975C3B22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96962" y="6505079"/>
                    <a:ext cx="1280160" cy="338554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87" name="文本框 186">
                <a:extLst>
                  <a:ext uri="{FF2B5EF4-FFF2-40B4-BE49-F238E27FC236}">
                    <a16:creationId xmlns:a16="http://schemas.microsoft.com/office/drawing/2014/main" id="{A21AB14C-CB3F-09D0-8085-2376C216186A}"/>
                  </a:ext>
                </a:extLst>
              </p:cNvPr>
              <p:cNvSpPr txBox="1"/>
              <p:nvPr/>
            </p:nvSpPr>
            <p:spPr>
              <a:xfrm>
                <a:off x="7888823" y="5628298"/>
                <a:ext cx="275408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尺度保持</a:t>
                </a:r>
                <a:endParaRPr lang="en-US" sz="16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88" name="文本框 187">
                    <a:extLst>
                      <a:ext uri="{FF2B5EF4-FFF2-40B4-BE49-F238E27FC236}">
                        <a16:creationId xmlns:a16="http://schemas.microsoft.com/office/drawing/2014/main" id="{1B8D2143-CDAB-0C4F-4247-138D9AA22B4B}"/>
                      </a:ext>
                    </a:extLst>
                  </p:cNvPr>
                  <p:cNvSpPr txBox="1"/>
                  <p:nvPr/>
                </p:nvSpPr>
                <p:spPr>
                  <a:xfrm>
                    <a:off x="9099224" y="6356276"/>
                    <a:ext cx="290936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>
              <p:sp>
                <p:nvSpPr>
                  <p:cNvPr id="188" name="文本框 187">
                    <a:extLst>
                      <a:ext uri="{FF2B5EF4-FFF2-40B4-BE49-F238E27FC236}">
                        <a16:creationId xmlns:a16="http://schemas.microsoft.com/office/drawing/2014/main" id="{1B8D2143-CDAB-0C4F-4247-138D9AA22B4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99224" y="6356276"/>
                    <a:ext cx="290936" cy="338554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39" name="文本框 238">
                    <a:extLst>
                      <a:ext uri="{FF2B5EF4-FFF2-40B4-BE49-F238E27FC236}">
                        <a16:creationId xmlns:a16="http://schemas.microsoft.com/office/drawing/2014/main" id="{E6063035-5412-C50E-6497-0E633CDD414F}"/>
                      </a:ext>
                    </a:extLst>
                  </p:cNvPr>
                  <p:cNvSpPr txBox="1"/>
                  <p:nvPr/>
                </p:nvSpPr>
                <p:spPr>
                  <a:xfrm>
                    <a:off x="10027719" y="6505079"/>
                    <a:ext cx="1280160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16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>
              <p:sp>
                <p:nvSpPr>
                  <p:cNvPr id="239" name="文本框 238">
                    <a:extLst>
                      <a:ext uri="{FF2B5EF4-FFF2-40B4-BE49-F238E27FC236}">
                        <a16:creationId xmlns:a16="http://schemas.microsoft.com/office/drawing/2014/main" id="{E6063035-5412-C50E-6497-0E633CDD414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27719" y="6505079"/>
                    <a:ext cx="1280160" cy="338554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99" name="文本框 198">
              <a:extLst>
                <a:ext uri="{FF2B5EF4-FFF2-40B4-BE49-F238E27FC236}">
                  <a16:creationId xmlns:a16="http://schemas.microsoft.com/office/drawing/2014/main" id="{8C1AB3E6-B2EF-2609-702A-82F38EA43571}"/>
                </a:ext>
              </a:extLst>
            </p:cNvPr>
            <p:cNvSpPr txBox="1"/>
            <p:nvPr/>
          </p:nvSpPr>
          <p:spPr>
            <a:xfrm>
              <a:off x="8662027" y="9492508"/>
              <a:ext cx="65" cy="2846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endParaRPr lang="en-US" dirty="0"/>
            </a:p>
          </p:txBody>
        </p:sp>
        <p:cxnSp>
          <p:nvCxnSpPr>
            <p:cNvPr id="200" name="直接连接符 199">
              <a:extLst>
                <a:ext uri="{FF2B5EF4-FFF2-40B4-BE49-F238E27FC236}">
                  <a16:creationId xmlns:a16="http://schemas.microsoft.com/office/drawing/2014/main" id="{1355CFB2-4390-43E7-195A-FA129761EE9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13905" y="8534467"/>
              <a:ext cx="198093" cy="1000681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直接连接符 200">
              <a:extLst>
                <a:ext uri="{FF2B5EF4-FFF2-40B4-BE49-F238E27FC236}">
                  <a16:creationId xmlns:a16="http://schemas.microsoft.com/office/drawing/2014/main" id="{B6AA1F4A-CF25-B7F3-E54F-EE375D298E2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19177" y="8541032"/>
              <a:ext cx="871883" cy="882352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接连接符 201">
              <a:extLst>
                <a:ext uri="{FF2B5EF4-FFF2-40B4-BE49-F238E27FC236}">
                  <a16:creationId xmlns:a16="http://schemas.microsoft.com/office/drawing/2014/main" id="{7AF067C4-400A-A191-ABAE-F4A3C12D14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13905" y="8541032"/>
              <a:ext cx="890176" cy="314492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接连接符 202">
              <a:extLst>
                <a:ext uri="{FF2B5EF4-FFF2-40B4-BE49-F238E27FC236}">
                  <a16:creationId xmlns:a16="http://schemas.microsoft.com/office/drawing/2014/main" id="{E71D262B-E304-3243-CADA-64608FA15F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19177" y="8541501"/>
              <a:ext cx="176406" cy="44964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直接连接符 203">
              <a:extLst>
                <a:ext uri="{FF2B5EF4-FFF2-40B4-BE49-F238E27FC236}">
                  <a16:creationId xmlns:a16="http://schemas.microsoft.com/office/drawing/2014/main" id="{DF343665-0B4C-9B5E-E085-9241BD8478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07562" y="8496317"/>
              <a:ext cx="190148" cy="49148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直接连接符 204">
              <a:extLst>
                <a:ext uri="{FF2B5EF4-FFF2-40B4-BE49-F238E27FC236}">
                  <a16:creationId xmlns:a16="http://schemas.microsoft.com/office/drawing/2014/main" id="{3CFA3B13-EB7D-AA2D-DD6E-75BE0F95EE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15479" y="8472454"/>
              <a:ext cx="882231" cy="959364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接连接符 205">
              <a:extLst>
                <a:ext uri="{FF2B5EF4-FFF2-40B4-BE49-F238E27FC236}">
                  <a16:creationId xmlns:a16="http://schemas.microsoft.com/office/drawing/2014/main" id="{A308F5A3-C6A1-F625-36B4-146DAB7F65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2053" y="8472454"/>
              <a:ext cx="184240" cy="1062695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连接符 206">
              <a:extLst>
                <a:ext uri="{FF2B5EF4-FFF2-40B4-BE49-F238E27FC236}">
                  <a16:creationId xmlns:a16="http://schemas.microsoft.com/office/drawing/2014/main" id="{ABDA45B3-E717-B7AF-AAAE-265417B101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38242" y="8472454"/>
              <a:ext cx="859468" cy="392675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8" name="文本框 207">
              <a:extLst>
                <a:ext uri="{FF2B5EF4-FFF2-40B4-BE49-F238E27FC236}">
                  <a16:creationId xmlns:a16="http://schemas.microsoft.com/office/drawing/2014/main" id="{0510F85F-3B8F-CE54-C983-E7771E529E3C}"/>
                </a:ext>
              </a:extLst>
            </p:cNvPr>
            <p:cNvSpPr txBox="1"/>
            <p:nvPr/>
          </p:nvSpPr>
          <p:spPr>
            <a:xfrm>
              <a:off x="6318767" y="7995477"/>
              <a:ext cx="12801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视角 </a:t>
              </a: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09" name="文本框 208">
              <a:extLst>
                <a:ext uri="{FF2B5EF4-FFF2-40B4-BE49-F238E27FC236}">
                  <a16:creationId xmlns:a16="http://schemas.microsoft.com/office/drawing/2014/main" id="{33402DEF-5C9A-8874-35AE-4F1F9591F84B}"/>
                </a:ext>
              </a:extLst>
            </p:cNvPr>
            <p:cNvSpPr txBox="1"/>
            <p:nvPr/>
          </p:nvSpPr>
          <p:spPr>
            <a:xfrm>
              <a:off x="9925663" y="7995477"/>
              <a:ext cx="12801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视角 </a:t>
              </a: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210" name="图片 209">
              <a:extLst>
                <a:ext uri="{FF2B5EF4-FFF2-40B4-BE49-F238E27FC236}">
                  <a16:creationId xmlns:a16="http://schemas.microsoft.com/office/drawing/2014/main" id="{95611F4A-1059-1D32-A96A-BA83785F88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1076" y="8897862"/>
              <a:ext cx="783775" cy="604499"/>
            </a:xfrm>
            <a:prstGeom prst="rect">
              <a:avLst/>
            </a:prstGeom>
            <a:effectLst/>
            <a:scene3d>
              <a:camera prst="isometricOffAxis1Right"/>
              <a:lightRig rig="threePt" dir="t"/>
            </a:scene3d>
          </p:spPr>
        </p:pic>
        <p:pic>
          <p:nvPicPr>
            <p:cNvPr id="211" name="图片 210">
              <a:extLst>
                <a:ext uri="{FF2B5EF4-FFF2-40B4-BE49-F238E27FC236}">
                  <a16:creationId xmlns:a16="http://schemas.microsoft.com/office/drawing/2014/main" id="{F7377C09-57A1-FF84-6E15-5F5D069B37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280028" y="8909449"/>
              <a:ext cx="783775" cy="587660"/>
            </a:xfrm>
            <a:prstGeom prst="rect">
              <a:avLst/>
            </a:prstGeom>
            <a:scene3d>
              <a:camera prst="isometricOffAxis2Left"/>
              <a:lightRig rig="threePt" dir="t"/>
            </a:scene3d>
          </p:spPr>
        </p:pic>
        <p:pic>
          <p:nvPicPr>
            <p:cNvPr id="212" name="图形 211">
              <a:extLst>
                <a:ext uri="{FF2B5EF4-FFF2-40B4-BE49-F238E27FC236}">
                  <a16:creationId xmlns:a16="http://schemas.microsoft.com/office/drawing/2014/main" id="{6EC860F5-BB97-66E2-038D-A6DD64F010C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6985318" y="8392999"/>
              <a:ext cx="287205" cy="295176"/>
            </a:xfrm>
            <a:prstGeom prst="rect">
              <a:avLst/>
            </a:prstGeom>
          </p:spPr>
        </p:pic>
        <p:pic>
          <p:nvPicPr>
            <p:cNvPr id="213" name="图形 212">
              <a:extLst>
                <a:ext uri="{FF2B5EF4-FFF2-40B4-BE49-F238E27FC236}">
                  <a16:creationId xmlns:a16="http://schemas.microsoft.com/office/drawing/2014/main" id="{82398686-9BC7-36B2-ECDA-0D3F1E753CA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0059550" y="8324548"/>
              <a:ext cx="284903" cy="295176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4" name="文本框 213">
                  <a:extLst>
                    <a:ext uri="{FF2B5EF4-FFF2-40B4-BE49-F238E27FC236}">
                      <a16:creationId xmlns:a16="http://schemas.microsoft.com/office/drawing/2014/main" id="{33934637-E34E-A0A7-1A2C-DF3E0D835CDC}"/>
                    </a:ext>
                  </a:extLst>
                </p:cNvPr>
                <p:cNvSpPr txBox="1"/>
                <p:nvPr/>
              </p:nvSpPr>
              <p:spPr>
                <a:xfrm>
                  <a:off x="6654925" y="9609200"/>
                  <a:ext cx="158889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60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可见，</a:t>
                  </a:r>
                  <a:r>
                    <a:rPr lang="en-US" altLang="zh-CN" sz="160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a14:m>
                  <a:r>
                    <a:rPr lang="en-US" sz="1600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 </a:t>
                  </a:r>
                  <a:r>
                    <a:rPr lang="en-US" sz="16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↑</a:t>
                  </a:r>
                </a:p>
              </p:txBody>
            </p:sp>
          </mc:Choice>
          <mc:Fallback>
            <p:sp>
              <p:nvSpPr>
                <p:cNvPr id="214" name="文本框 213">
                  <a:extLst>
                    <a:ext uri="{FF2B5EF4-FFF2-40B4-BE49-F238E27FC236}">
                      <a16:creationId xmlns:a16="http://schemas.microsoft.com/office/drawing/2014/main" id="{33934637-E34E-A0A7-1A2C-DF3E0D835C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54925" y="9609200"/>
                  <a:ext cx="1588891" cy="338554"/>
                </a:xfrm>
                <a:prstGeom prst="rect">
                  <a:avLst/>
                </a:prstGeom>
                <a:blipFill>
                  <a:blip r:embed="rId19"/>
                  <a:stretch>
                    <a:fillRect t="-7143" b="-232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17" name="组合 216">
              <a:extLst>
                <a:ext uri="{FF2B5EF4-FFF2-40B4-BE49-F238E27FC236}">
                  <a16:creationId xmlns:a16="http://schemas.microsoft.com/office/drawing/2014/main" id="{9880794D-3CFB-88CC-0181-F1248567C733}"/>
                </a:ext>
              </a:extLst>
            </p:cNvPr>
            <p:cNvGrpSpPr/>
            <p:nvPr/>
          </p:nvGrpSpPr>
          <p:grpSpPr>
            <a:xfrm>
              <a:off x="8317600" y="9200111"/>
              <a:ext cx="654228" cy="826631"/>
              <a:chOff x="2184400" y="2321542"/>
              <a:chExt cx="1017811" cy="1286025"/>
            </a:xfrm>
          </p:grpSpPr>
          <p:sp>
            <p:nvSpPr>
              <p:cNvPr id="219" name="椭圆 218">
                <a:extLst>
                  <a:ext uri="{FF2B5EF4-FFF2-40B4-BE49-F238E27FC236}">
                    <a16:creationId xmlns:a16="http://schemas.microsoft.com/office/drawing/2014/main" id="{1378AFE2-78C6-A8D4-3775-1BEA1162AC7D}"/>
                  </a:ext>
                </a:extLst>
              </p:cNvPr>
              <p:cNvSpPr/>
              <p:nvPr/>
            </p:nvSpPr>
            <p:spPr>
              <a:xfrm>
                <a:off x="2184400" y="2387600"/>
                <a:ext cx="321706" cy="291997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50000">
                    <a:schemeClr val="tx2">
                      <a:lumMod val="25000"/>
                      <a:lumOff val="75000"/>
                    </a:schemeClr>
                  </a:gs>
                  <a:gs pos="100000">
                    <a:schemeClr val="tx2">
                      <a:lumMod val="10000"/>
                      <a:lumOff val="9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0" name="椭圆 219">
                <a:extLst>
                  <a:ext uri="{FF2B5EF4-FFF2-40B4-BE49-F238E27FC236}">
                    <a16:creationId xmlns:a16="http://schemas.microsoft.com/office/drawing/2014/main" id="{B7FD2832-2EAE-11EC-B43A-83A309EE40F2}"/>
                  </a:ext>
                </a:extLst>
              </p:cNvPr>
              <p:cNvSpPr/>
              <p:nvPr/>
            </p:nvSpPr>
            <p:spPr>
              <a:xfrm>
                <a:off x="2660015" y="290068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21" name="直接箭头连接符 220">
                <a:extLst>
                  <a:ext uri="{FF2B5EF4-FFF2-40B4-BE49-F238E27FC236}">
                    <a16:creationId xmlns:a16="http://schemas.microsoft.com/office/drawing/2014/main" id="{8E77ADBF-F468-469F-055D-563A851C5D29}"/>
                  </a:ext>
                </a:extLst>
              </p:cNvPr>
              <p:cNvCxnSpPr>
                <a:cxnSpLocks/>
                <a:stCxn id="220" idx="1"/>
                <a:endCxn id="219" idx="5"/>
              </p:cNvCxnSpPr>
              <p:nvPr/>
            </p:nvCxnSpPr>
            <p:spPr>
              <a:xfrm flipH="1" flipV="1">
                <a:off x="2458993" y="2636835"/>
                <a:ext cx="211566" cy="274389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2" name="椭圆 221">
                <a:extLst>
                  <a:ext uri="{FF2B5EF4-FFF2-40B4-BE49-F238E27FC236}">
                    <a16:creationId xmlns:a16="http://schemas.microsoft.com/office/drawing/2014/main" id="{947E6FEC-A6F7-01A5-F89C-66D08BF3F7E3}"/>
                  </a:ext>
                </a:extLst>
              </p:cNvPr>
              <p:cNvSpPr/>
              <p:nvPr/>
            </p:nvSpPr>
            <p:spPr>
              <a:xfrm>
                <a:off x="2919453" y="2321542"/>
                <a:ext cx="235372" cy="430125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50000">
                    <a:schemeClr val="tx2">
                      <a:lumMod val="25000"/>
                      <a:lumOff val="75000"/>
                    </a:schemeClr>
                  </a:gs>
                  <a:gs pos="100000">
                    <a:schemeClr val="tx2">
                      <a:lumMod val="10000"/>
                      <a:lumOff val="9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3" name="椭圆 222">
                <a:extLst>
                  <a:ext uri="{FF2B5EF4-FFF2-40B4-BE49-F238E27FC236}">
                    <a16:creationId xmlns:a16="http://schemas.microsoft.com/office/drawing/2014/main" id="{E4EE3397-B84D-AFEB-2E7E-4EFA6FDC4981}"/>
                  </a:ext>
                </a:extLst>
              </p:cNvPr>
              <p:cNvSpPr/>
              <p:nvPr/>
            </p:nvSpPr>
            <p:spPr>
              <a:xfrm rot="1613616">
                <a:off x="2872070" y="2948830"/>
                <a:ext cx="330141" cy="490366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50000">
                    <a:schemeClr val="tx2">
                      <a:lumMod val="25000"/>
                      <a:lumOff val="75000"/>
                    </a:schemeClr>
                  </a:gs>
                  <a:gs pos="100000">
                    <a:schemeClr val="tx2">
                      <a:lumMod val="10000"/>
                      <a:lumOff val="9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4" name="椭圆 223">
                <a:extLst>
                  <a:ext uri="{FF2B5EF4-FFF2-40B4-BE49-F238E27FC236}">
                    <a16:creationId xmlns:a16="http://schemas.microsoft.com/office/drawing/2014/main" id="{A24C00ED-E173-F8CC-F2C0-FCC891F99ED2}"/>
                  </a:ext>
                </a:extLst>
              </p:cNvPr>
              <p:cNvSpPr/>
              <p:nvPr/>
            </p:nvSpPr>
            <p:spPr>
              <a:xfrm rot="1613616">
                <a:off x="2220213" y="3367128"/>
                <a:ext cx="429839" cy="240439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50000">
                    <a:schemeClr val="tx2">
                      <a:lumMod val="25000"/>
                      <a:lumOff val="75000"/>
                    </a:schemeClr>
                  </a:gs>
                  <a:gs pos="100000">
                    <a:schemeClr val="tx2">
                      <a:lumMod val="10000"/>
                      <a:lumOff val="9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25" name="直接箭头连接符 224">
                <a:extLst>
                  <a:ext uri="{FF2B5EF4-FFF2-40B4-BE49-F238E27FC236}">
                    <a16:creationId xmlns:a16="http://schemas.microsoft.com/office/drawing/2014/main" id="{95B18057-F0EF-059C-32B7-0FB0F9897ADF}"/>
                  </a:ext>
                </a:extLst>
              </p:cNvPr>
              <p:cNvCxnSpPr>
                <a:cxnSpLocks/>
                <a:stCxn id="220" idx="7"/>
                <a:endCxn id="222" idx="3"/>
              </p:cNvCxnSpPr>
              <p:nvPr/>
            </p:nvCxnSpPr>
            <p:spPr>
              <a:xfrm flipV="1">
                <a:off x="2721471" y="2688677"/>
                <a:ext cx="232451" cy="222547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直接箭头连接符 225">
                <a:extLst>
                  <a:ext uri="{FF2B5EF4-FFF2-40B4-BE49-F238E27FC236}">
                    <a16:creationId xmlns:a16="http://schemas.microsoft.com/office/drawing/2014/main" id="{C73103ED-5892-43FF-73CE-79E20C991896}"/>
                  </a:ext>
                </a:extLst>
              </p:cNvPr>
              <p:cNvCxnSpPr>
                <a:cxnSpLocks/>
                <a:stCxn id="220" idx="5"/>
                <a:endCxn id="223" idx="2"/>
              </p:cNvCxnSpPr>
              <p:nvPr/>
            </p:nvCxnSpPr>
            <p:spPr>
              <a:xfrm>
                <a:off x="2721471" y="2962136"/>
                <a:ext cx="168452" cy="157210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直接箭头连接符 226">
                <a:extLst>
                  <a:ext uri="{FF2B5EF4-FFF2-40B4-BE49-F238E27FC236}">
                    <a16:creationId xmlns:a16="http://schemas.microsoft.com/office/drawing/2014/main" id="{55BCAF8D-ADF6-7A1B-35E8-63938B092DD3}"/>
                  </a:ext>
                </a:extLst>
              </p:cNvPr>
              <p:cNvCxnSpPr>
                <a:cxnSpLocks/>
                <a:stCxn id="220" idx="3"/>
                <a:endCxn id="224" idx="0"/>
              </p:cNvCxnSpPr>
              <p:nvPr/>
            </p:nvCxnSpPr>
            <p:spPr>
              <a:xfrm flipH="1">
                <a:off x="2489512" y="2962136"/>
                <a:ext cx="181047" cy="417994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8" name="箭头: 下 227">
              <a:extLst>
                <a:ext uri="{FF2B5EF4-FFF2-40B4-BE49-F238E27FC236}">
                  <a16:creationId xmlns:a16="http://schemas.microsoft.com/office/drawing/2014/main" id="{9323B325-8DAE-E8A2-1371-BCF0C2DEC1D0}"/>
                </a:ext>
              </a:extLst>
            </p:cNvPr>
            <p:cNvSpPr/>
            <p:nvPr/>
          </p:nvSpPr>
          <p:spPr>
            <a:xfrm>
              <a:off x="4089400" y="6867984"/>
              <a:ext cx="459151" cy="468591"/>
            </a:xfrm>
            <a:prstGeom prst="down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箭头: 下 228">
              <a:extLst>
                <a:ext uri="{FF2B5EF4-FFF2-40B4-BE49-F238E27FC236}">
                  <a16:creationId xmlns:a16="http://schemas.microsoft.com/office/drawing/2014/main" id="{951B8B61-31CA-207B-CBF4-5B2E8BA32DB4}"/>
                </a:ext>
              </a:extLst>
            </p:cNvPr>
            <p:cNvSpPr/>
            <p:nvPr/>
          </p:nvSpPr>
          <p:spPr>
            <a:xfrm rot="10800000">
              <a:off x="6511582" y="6849726"/>
              <a:ext cx="459151" cy="468591"/>
            </a:xfrm>
            <a:prstGeom prst="down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8" name="文本框 237">
                  <a:extLst>
                    <a:ext uri="{FF2B5EF4-FFF2-40B4-BE49-F238E27FC236}">
                      <a16:creationId xmlns:a16="http://schemas.microsoft.com/office/drawing/2014/main" id="{CCE735E3-7692-D1DB-250B-BC2689DD3BD9}"/>
                    </a:ext>
                  </a:extLst>
                </p:cNvPr>
                <p:cNvSpPr txBox="1"/>
                <p:nvPr/>
              </p:nvSpPr>
              <p:spPr>
                <a:xfrm>
                  <a:off x="9244361" y="9609200"/>
                  <a:ext cx="174367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60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不可见，</a:t>
                  </a:r>
                  <a:r>
                    <a:rPr lang="en-US" altLang="zh-CN" sz="160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a14:m>
                  <a:r>
                    <a:rPr lang="en-US" sz="1600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 </a:t>
                  </a:r>
                  <a:r>
                    <a:rPr lang="en-US" sz="16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↓</a:t>
                  </a:r>
                </a:p>
              </p:txBody>
            </p:sp>
          </mc:Choice>
          <mc:Fallback>
            <p:sp>
              <p:nvSpPr>
                <p:cNvPr id="238" name="文本框 237">
                  <a:extLst>
                    <a:ext uri="{FF2B5EF4-FFF2-40B4-BE49-F238E27FC236}">
                      <a16:creationId xmlns:a16="http://schemas.microsoft.com/office/drawing/2014/main" id="{CCE735E3-7692-D1DB-250B-BC2689DD3B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44361" y="9609200"/>
                  <a:ext cx="1743679" cy="338554"/>
                </a:xfrm>
                <a:prstGeom prst="rect">
                  <a:avLst/>
                </a:prstGeom>
                <a:blipFill>
                  <a:blip r:embed="rId20"/>
                  <a:stretch>
                    <a:fillRect t="-7143" b="-232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0" name="文本框 239">
              <a:extLst>
                <a:ext uri="{FF2B5EF4-FFF2-40B4-BE49-F238E27FC236}">
                  <a16:creationId xmlns:a16="http://schemas.microsoft.com/office/drawing/2014/main" id="{03352AFA-4A39-D34B-F1DA-9EEA0B37E904}"/>
                </a:ext>
              </a:extLst>
            </p:cNvPr>
            <p:cNvSpPr txBox="1"/>
            <p:nvPr/>
          </p:nvSpPr>
          <p:spPr>
            <a:xfrm>
              <a:off x="4305567" y="6740330"/>
              <a:ext cx="2071707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16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待细化锚点</a:t>
              </a:r>
              <a:endPara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41" name="文本框 240">
              <a:extLst>
                <a:ext uri="{FF2B5EF4-FFF2-40B4-BE49-F238E27FC236}">
                  <a16:creationId xmlns:a16="http://schemas.microsoft.com/office/drawing/2014/main" id="{41AD2F3F-5F9F-D036-7440-F30800594351}"/>
                </a:ext>
              </a:extLst>
            </p:cNvPr>
            <p:cNvSpPr txBox="1"/>
            <p:nvPr/>
          </p:nvSpPr>
          <p:spPr>
            <a:xfrm>
              <a:off x="6665897" y="6740330"/>
              <a:ext cx="2071707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16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成熟后再次细化</a:t>
              </a:r>
              <a:endPara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291" name="组合 290">
              <a:extLst>
                <a:ext uri="{FF2B5EF4-FFF2-40B4-BE49-F238E27FC236}">
                  <a16:creationId xmlns:a16="http://schemas.microsoft.com/office/drawing/2014/main" id="{B4B653AF-6D09-2539-18C0-23F62FAFF79F}"/>
                </a:ext>
              </a:extLst>
            </p:cNvPr>
            <p:cNvGrpSpPr/>
            <p:nvPr/>
          </p:nvGrpSpPr>
          <p:grpSpPr>
            <a:xfrm>
              <a:off x="6785663" y="4657967"/>
              <a:ext cx="1058779" cy="747617"/>
              <a:chOff x="2108481" y="3059714"/>
              <a:chExt cx="1058779" cy="747617"/>
            </a:xfrm>
          </p:grpSpPr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44946456-D82C-CDD8-25D1-32B9E989DC6A}"/>
                  </a:ext>
                </a:extLst>
              </p:cNvPr>
              <p:cNvSpPr/>
              <p:nvPr/>
            </p:nvSpPr>
            <p:spPr>
              <a:xfrm rot="10195896">
                <a:off x="2108481" y="3125256"/>
                <a:ext cx="643111" cy="129921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50000">
                    <a:schemeClr val="tx2">
                      <a:lumMod val="25000"/>
                      <a:lumOff val="75000"/>
                    </a:schemeClr>
                  </a:gs>
                  <a:gs pos="100000">
                    <a:schemeClr val="tx2">
                      <a:lumMod val="10000"/>
                      <a:lumOff val="9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32F7CD21-5F1B-768E-7E79-B5D0360C8372}"/>
                  </a:ext>
                </a:extLst>
              </p:cNvPr>
              <p:cNvSpPr/>
              <p:nvPr/>
            </p:nvSpPr>
            <p:spPr>
              <a:xfrm>
                <a:off x="2662781" y="3462284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1" name="直接箭头连接符 20">
                <a:extLst>
                  <a:ext uri="{FF2B5EF4-FFF2-40B4-BE49-F238E27FC236}">
                    <a16:creationId xmlns:a16="http://schemas.microsoft.com/office/drawing/2014/main" id="{F9EAC334-5A22-C180-4338-2726D762B4FE}"/>
                  </a:ext>
                </a:extLst>
              </p:cNvPr>
              <p:cNvCxnSpPr>
                <a:cxnSpLocks/>
                <a:stCxn id="20" idx="1"/>
                <a:endCxn id="19" idx="0"/>
              </p:cNvCxnSpPr>
              <p:nvPr/>
            </p:nvCxnSpPr>
            <p:spPr>
              <a:xfrm flipH="1" flipV="1">
                <a:off x="2441393" y="3254177"/>
                <a:ext cx="231932" cy="218651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F5BE96A1-6B78-74A8-59BB-24A6CB6187D1}"/>
                  </a:ext>
                </a:extLst>
              </p:cNvPr>
              <p:cNvSpPr/>
              <p:nvPr/>
            </p:nvSpPr>
            <p:spPr>
              <a:xfrm rot="20203129">
                <a:off x="2897181" y="3059714"/>
                <a:ext cx="122479" cy="426255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50000">
                    <a:schemeClr val="tx2">
                      <a:lumMod val="25000"/>
                      <a:lumOff val="75000"/>
                    </a:schemeClr>
                  </a:gs>
                  <a:gs pos="100000">
                    <a:schemeClr val="tx2">
                      <a:lumMod val="10000"/>
                      <a:lumOff val="9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C7785934-5095-360C-0EE0-5EFE6BA999AE}"/>
                  </a:ext>
                </a:extLst>
              </p:cNvPr>
              <p:cNvSpPr/>
              <p:nvPr/>
            </p:nvSpPr>
            <p:spPr>
              <a:xfrm rot="13792023">
                <a:off x="2806515" y="3374741"/>
                <a:ext cx="97798" cy="62369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50000">
                    <a:schemeClr val="tx2">
                      <a:lumMod val="25000"/>
                      <a:lumOff val="75000"/>
                    </a:schemeClr>
                  </a:gs>
                  <a:gs pos="100000">
                    <a:schemeClr val="tx2">
                      <a:lumMod val="10000"/>
                      <a:lumOff val="9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椭圆 23">
                <a:extLst>
                  <a:ext uri="{FF2B5EF4-FFF2-40B4-BE49-F238E27FC236}">
                    <a16:creationId xmlns:a16="http://schemas.microsoft.com/office/drawing/2014/main" id="{00369725-D5AF-944E-AB00-BE4D95C73B16}"/>
                  </a:ext>
                </a:extLst>
              </p:cNvPr>
              <p:cNvSpPr/>
              <p:nvPr/>
            </p:nvSpPr>
            <p:spPr>
              <a:xfrm rot="4008219">
                <a:off x="2176154" y="3434587"/>
                <a:ext cx="457063" cy="288425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50000">
                    <a:schemeClr val="tx2">
                      <a:lumMod val="25000"/>
                      <a:lumOff val="75000"/>
                    </a:schemeClr>
                  </a:gs>
                  <a:gs pos="100000">
                    <a:schemeClr val="tx2">
                      <a:lumMod val="10000"/>
                      <a:lumOff val="9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5" name="直接箭头连接符 24">
                <a:extLst>
                  <a:ext uri="{FF2B5EF4-FFF2-40B4-BE49-F238E27FC236}">
                    <a16:creationId xmlns:a16="http://schemas.microsoft.com/office/drawing/2014/main" id="{B3D0F011-1263-683A-1F57-83B384355BD9}"/>
                  </a:ext>
                </a:extLst>
              </p:cNvPr>
              <p:cNvCxnSpPr>
                <a:cxnSpLocks/>
                <a:stCxn id="20" idx="7"/>
                <a:endCxn id="22" idx="2"/>
              </p:cNvCxnSpPr>
              <p:nvPr/>
            </p:nvCxnSpPr>
            <p:spPr>
              <a:xfrm flipV="1">
                <a:off x="2724237" y="3297046"/>
                <a:ext cx="177931" cy="175782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箭头连接符 25">
                <a:extLst>
                  <a:ext uri="{FF2B5EF4-FFF2-40B4-BE49-F238E27FC236}">
                    <a16:creationId xmlns:a16="http://schemas.microsoft.com/office/drawing/2014/main" id="{DF00BE57-7B2F-A3E3-D606-8E4DE12C4E42}"/>
                  </a:ext>
                </a:extLst>
              </p:cNvPr>
              <p:cNvCxnSpPr>
                <a:cxnSpLocks/>
                <a:stCxn id="20" idx="5"/>
                <a:endCxn id="23" idx="6"/>
              </p:cNvCxnSpPr>
              <p:nvPr/>
            </p:nvCxnSpPr>
            <p:spPr>
              <a:xfrm>
                <a:off x="2724237" y="3523740"/>
                <a:ext cx="99658" cy="125461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箭头连接符 26">
                <a:extLst>
                  <a:ext uri="{FF2B5EF4-FFF2-40B4-BE49-F238E27FC236}">
                    <a16:creationId xmlns:a16="http://schemas.microsoft.com/office/drawing/2014/main" id="{A46A5808-1662-47DC-5679-02AC5A2DAEAF}"/>
                  </a:ext>
                </a:extLst>
              </p:cNvPr>
              <p:cNvCxnSpPr>
                <a:cxnSpLocks/>
                <a:stCxn id="20" idx="3"/>
                <a:endCxn id="24" idx="0"/>
              </p:cNvCxnSpPr>
              <p:nvPr/>
            </p:nvCxnSpPr>
            <p:spPr>
              <a:xfrm flipH="1" flipV="1">
                <a:off x="2537240" y="3521997"/>
                <a:ext cx="136085" cy="1743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2" name="组合 291">
              <a:extLst>
                <a:ext uri="{FF2B5EF4-FFF2-40B4-BE49-F238E27FC236}">
                  <a16:creationId xmlns:a16="http://schemas.microsoft.com/office/drawing/2014/main" id="{F2B39CD1-DA65-3315-D741-3CA79BB7CA5F}"/>
                </a:ext>
              </a:extLst>
            </p:cNvPr>
            <p:cNvGrpSpPr/>
            <p:nvPr/>
          </p:nvGrpSpPr>
          <p:grpSpPr>
            <a:xfrm>
              <a:off x="9280028" y="4643820"/>
              <a:ext cx="1149244" cy="893053"/>
              <a:chOff x="3724599" y="3035744"/>
              <a:chExt cx="1149244" cy="893053"/>
            </a:xfrm>
          </p:grpSpPr>
          <p:sp>
            <p:nvSpPr>
              <p:cNvPr id="243" name="椭圆 242">
                <a:extLst>
                  <a:ext uri="{FF2B5EF4-FFF2-40B4-BE49-F238E27FC236}">
                    <a16:creationId xmlns:a16="http://schemas.microsoft.com/office/drawing/2014/main" id="{D7CEE9E1-A2E8-ABCE-908A-E02BD28A567E}"/>
                  </a:ext>
                </a:extLst>
              </p:cNvPr>
              <p:cNvSpPr/>
              <p:nvPr/>
            </p:nvSpPr>
            <p:spPr>
              <a:xfrm rot="3992235">
                <a:off x="4307402" y="2964523"/>
                <a:ext cx="257423" cy="399866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50000">
                    <a:schemeClr val="tx2">
                      <a:lumMod val="25000"/>
                      <a:lumOff val="75000"/>
                    </a:schemeClr>
                  </a:gs>
                  <a:gs pos="100000">
                    <a:schemeClr val="tx2">
                      <a:lumMod val="10000"/>
                      <a:lumOff val="9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4" name="椭圆 243">
                <a:extLst>
                  <a:ext uri="{FF2B5EF4-FFF2-40B4-BE49-F238E27FC236}">
                    <a16:creationId xmlns:a16="http://schemas.microsoft.com/office/drawing/2014/main" id="{A1278894-8D37-BDD1-D5E9-CD2224B5B8D3}"/>
                  </a:ext>
                </a:extLst>
              </p:cNvPr>
              <p:cNvSpPr/>
              <p:nvPr/>
            </p:nvSpPr>
            <p:spPr>
              <a:xfrm>
                <a:off x="4580940" y="3468877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45" name="直接箭头连接符 244">
                <a:extLst>
                  <a:ext uri="{FF2B5EF4-FFF2-40B4-BE49-F238E27FC236}">
                    <a16:creationId xmlns:a16="http://schemas.microsoft.com/office/drawing/2014/main" id="{DBE253D8-1F70-D69A-CD5B-C50DF7C8DC3B}"/>
                  </a:ext>
                </a:extLst>
              </p:cNvPr>
              <p:cNvCxnSpPr>
                <a:cxnSpLocks/>
                <a:stCxn id="244" idx="1"/>
              </p:cNvCxnSpPr>
              <p:nvPr/>
            </p:nvCxnSpPr>
            <p:spPr>
              <a:xfrm flipH="1" flipV="1">
                <a:off x="4483782" y="3312426"/>
                <a:ext cx="107702" cy="166995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6" name="椭圆 245">
                <a:extLst>
                  <a:ext uri="{FF2B5EF4-FFF2-40B4-BE49-F238E27FC236}">
                    <a16:creationId xmlns:a16="http://schemas.microsoft.com/office/drawing/2014/main" id="{6004FCD5-C3A3-8D27-4189-79AAE17963D9}"/>
                  </a:ext>
                </a:extLst>
              </p:cNvPr>
              <p:cNvSpPr/>
              <p:nvPr/>
            </p:nvSpPr>
            <p:spPr>
              <a:xfrm>
                <a:off x="4652940" y="3184522"/>
                <a:ext cx="193031" cy="172984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50000">
                    <a:schemeClr val="tx2">
                      <a:lumMod val="25000"/>
                      <a:lumOff val="75000"/>
                    </a:schemeClr>
                  </a:gs>
                  <a:gs pos="100000">
                    <a:schemeClr val="tx2">
                      <a:lumMod val="10000"/>
                      <a:lumOff val="9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7" name="椭圆 246">
                <a:extLst>
                  <a:ext uri="{FF2B5EF4-FFF2-40B4-BE49-F238E27FC236}">
                    <a16:creationId xmlns:a16="http://schemas.microsoft.com/office/drawing/2014/main" id="{73B7B0C2-3A1A-D6C7-5071-4FB9C8A107B5}"/>
                  </a:ext>
                </a:extLst>
              </p:cNvPr>
              <p:cNvSpPr/>
              <p:nvPr/>
            </p:nvSpPr>
            <p:spPr>
              <a:xfrm rot="2739974">
                <a:off x="4737075" y="3582531"/>
                <a:ext cx="109020" cy="164516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50000">
                    <a:schemeClr val="tx2">
                      <a:lumMod val="25000"/>
                      <a:lumOff val="75000"/>
                    </a:schemeClr>
                  </a:gs>
                  <a:gs pos="100000">
                    <a:schemeClr val="tx2">
                      <a:lumMod val="10000"/>
                      <a:lumOff val="9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8" name="椭圆 247">
                <a:extLst>
                  <a:ext uri="{FF2B5EF4-FFF2-40B4-BE49-F238E27FC236}">
                    <a16:creationId xmlns:a16="http://schemas.microsoft.com/office/drawing/2014/main" id="{6D59DBEF-135D-DB79-D9CB-540990FA39A3}"/>
                  </a:ext>
                </a:extLst>
              </p:cNvPr>
              <p:cNvSpPr/>
              <p:nvPr/>
            </p:nvSpPr>
            <p:spPr>
              <a:xfrm rot="6097636">
                <a:off x="3746699" y="3224778"/>
                <a:ext cx="681919" cy="726119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50000">
                    <a:schemeClr val="tx2">
                      <a:lumMod val="25000"/>
                      <a:lumOff val="75000"/>
                    </a:schemeClr>
                  </a:gs>
                  <a:gs pos="100000">
                    <a:schemeClr val="tx2">
                      <a:lumMod val="10000"/>
                      <a:lumOff val="9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49" name="直接箭头连接符 248">
                <a:extLst>
                  <a:ext uri="{FF2B5EF4-FFF2-40B4-BE49-F238E27FC236}">
                    <a16:creationId xmlns:a16="http://schemas.microsoft.com/office/drawing/2014/main" id="{6C3D6405-C75E-25A1-8703-942FEEFB82E1}"/>
                  </a:ext>
                </a:extLst>
              </p:cNvPr>
              <p:cNvCxnSpPr>
                <a:cxnSpLocks/>
                <a:stCxn id="244" idx="7"/>
                <a:endCxn id="246" idx="4"/>
              </p:cNvCxnSpPr>
              <p:nvPr/>
            </p:nvCxnSpPr>
            <p:spPr>
              <a:xfrm flipV="1">
                <a:off x="4642396" y="3357506"/>
                <a:ext cx="107060" cy="121915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直接箭头连接符 249">
                <a:extLst>
                  <a:ext uri="{FF2B5EF4-FFF2-40B4-BE49-F238E27FC236}">
                    <a16:creationId xmlns:a16="http://schemas.microsoft.com/office/drawing/2014/main" id="{A076A577-7D3A-3079-1E22-8979426A7780}"/>
                  </a:ext>
                </a:extLst>
              </p:cNvPr>
              <p:cNvCxnSpPr>
                <a:cxnSpLocks/>
                <a:stCxn id="244" idx="5"/>
                <a:endCxn id="247" idx="2"/>
              </p:cNvCxnSpPr>
              <p:nvPr/>
            </p:nvCxnSpPr>
            <p:spPr>
              <a:xfrm>
                <a:off x="4642396" y="3530333"/>
                <a:ext cx="111095" cy="95466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直接箭头连接符 250">
                <a:extLst>
                  <a:ext uri="{FF2B5EF4-FFF2-40B4-BE49-F238E27FC236}">
                    <a16:creationId xmlns:a16="http://schemas.microsoft.com/office/drawing/2014/main" id="{3F9B14FE-BA54-EC60-7A71-ABEC2D3BA399}"/>
                  </a:ext>
                </a:extLst>
              </p:cNvPr>
              <p:cNvCxnSpPr>
                <a:cxnSpLocks/>
                <a:stCxn id="244" idx="3"/>
                <a:endCxn id="248" idx="0"/>
              </p:cNvCxnSpPr>
              <p:nvPr/>
            </p:nvCxnSpPr>
            <p:spPr>
              <a:xfrm flipH="1">
                <a:off x="4443268" y="3530333"/>
                <a:ext cx="148216" cy="130677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5" name="组合 304">
              <a:extLst>
                <a:ext uri="{FF2B5EF4-FFF2-40B4-BE49-F238E27FC236}">
                  <a16:creationId xmlns:a16="http://schemas.microsoft.com/office/drawing/2014/main" id="{FFF103F7-FB3A-C80E-0B63-D3AEE22CA609}"/>
                </a:ext>
              </a:extLst>
            </p:cNvPr>
            <p:cNvGrpSpPr/>
            <p:nvPr/>
          </p:nvGrpSpPr>
          <p:grpSpPr>
            <a:xfrm>
              <a:off x="3939271" y="5716209"/>
              <a:ext cx="7175911" cy="707886"/>
              <a:chOff x="3536431" y="2373494"/>
              <a:chExt cx="7175911" cy="707886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93" name="文本框 292">
                    <a:extLst>
                      <a:ext uri="{FF2B5EF4-FFF2-40B4-BE49-F238E27FC236}">
                        <a16:creationId xmlns:a16="http://schemas.microsoft.com/office/drawing/2014/main" id="{17D0AF48-BB92-B561-C70F-904848FB3966}"/>
                      </a:ext>
                    </a:extLst>
                  </p:cNvPr>
                  <p:cNvSpPr txBox="1"/>
                  <p:nvPr/>
                </p:nvSpPr>
                <p:spPr>
                  <a:xfrm>
                    <a:off x="5740756" y="2373494"/>
                    <a:ext cx="2443969" cy="598177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sSub>
                                <m:sSubPr>
                                  <m:ctrlPr>
                                    <a:rPr lang="en-US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1600" b="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  <m:r>
                                <a:rPr lang="en-US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m:rPr>
                                  <m:nor/>
                                </m:rPr>
                                <a:rPr lang="en-US" sz="1600" i="0" dirty="0">
                                  <a:ea typeface="宋体" panose="02010600030101010101" pitchFamily="2" charset="-122"/>
                                </a:rPr>
                                <m:t> </m:t>
                              </m:r>
                              <m:r>
                                <a:rPr lang="en-US" altLang="zh-CN" sz="1600" b="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zh-CN" sz="1600" b="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sub>
                            <m:sup>
                              <m:r>
                                <a:rPr lang="en-US" altLang="zh-CN" sz="1600" b="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𝑞</m:t>
                              </m:r>
                            </m:sup>
                          </m:sSubSup>
                        </m:oMath>
                      </m:oMathPara>
                    </a14:m>
                    <a:endParaRPr lang="en-US" altLang="zh-CN" sz="1600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  <a:p>
                    <a:pPr algn="ctr"/>
                    <a:r>
                      <a:rPr lang="zh-CN" altLang="en-US" sz="160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方向离散度</a:t>
                    </a:r>
                    <a:endParaRPr lang="en-US" altLang="zh-CN" sz="1600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293" name="文本框 292">
                    <a:extLst>
                      <a:ext uri="{FF2B5EF4-FFF2-40B4-BE49-F238E27FC236}">
                        <a16:creationId xmlns:a16="http://schemas.microsoft.com/office/drawing/2014/main" id="{17D0AF48-BB92-B561-C70F-904848FB396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40756" y="2373494"/>
                    <a:ext cx="2443969" cy="598177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b="-11224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94" name="文本框 293">
                    <a:extLst>
                      <a:ext uri="{FF2B5EF4-FFF2-40B4-BE49-F238E27FC236}">
                        <a16:creationId xmlns:a16="http://schemas.microsoft.com/office/drawing/2014/main" id="{8A86BC18-0347-F551-8DC1-85DAEFB21093}"/>
                      </a:ext>
                    </a:extLst>
                  </p:cNvPr>
                  <p:cNvSpPr txBox="1"/>
                  <p:nvPr/>
                </p:nvSpPr>
                <p:spPr>
                  <a:xfrm>
                    <a:off x="7963538" y="2373494"/>
                    <a:ext cx="2748804" cy="607346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sSub>
                                <m:sSubPr>
                                  <m:ctrlPr>
                                    <a:rPr lang="en-US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1600" b="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  <m:r>
                                <a:rPr lang="en-US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m:rPr>
                                  <m:nor/>
                                </m:rPr>
                                <a:rPr lang="en-US" sz="1600" i="0" dirty="0">
                                  <a:ea typeface="宋体" panose="02010600030101010101" pitchFamily="2" charset="-122"/>
                                </a:rPr>
                                <m:t> </m:t>
                              </m:r>
                              <m:r>
                                <a:rPr lang="en-US" altLang="zh-CN" sz="1600" b="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zh-CN" sz="1600" b="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sub>
                            <m:sup>
                              <m:r>
                                <a:rPr lang="en-US" altLang="zh-CN" sz="1600" b="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sup>
                          </m:sSubSup>
                        </m:oMath>
                      </m:oMathPara>
                    </a14:m>
                    <a:br>
                      <a:rPr lang="en-US" altLang="zh-CN" sz="160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</a:br>
                    <a:r>
                      <a:rPr lang="zh-CN" altLang="en-US" sz="160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相对尺度离散度</a:t>
                    </a:r>
                    <a:endParaRPr lang="en-US" altLang="zh-CN" sz="1600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294" name="文本框 293">
                    <a:extLst>
                      <a:ext uri="{FF2B5EF4-FFF2-40B4-BE49-F238E27FC236}">
                        <a16:creationId xmlns:a16="http://schemas.microsoft.com/office/drawing/2014/main" id="{8A86BC18-0347-F551-8DC1-85DAEFB2109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63538" y="2373494"/>
                    <a:ext cx="2748804" cy="607346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b="-1111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98" name="文本框 297">
                    <a:extLst>
                      <a:ext uri="{FF2B5EF4-FFF2-40B4-BE49-F238E27FC236}">
                        <a16:creationId xmlns:a16="http://schemas.microsoft.com/office/drawing/2014/main" id="{1D06B2CE-8135-2DA8-067F-E04920A951CA}"/>
                      </a:ext>
                    </a:extLst>
                  </p:cNvPr>
                  <p:cNvSpPr txBox="1"/>
                  <p:nvPr/>
                </p:nvSpPr>
                <p:spPr>
                  <a:xfrm>
                    <a:off x="3536431" y="2496605"/>
                    <a:ext cx="2443969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sz="1600" b="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1600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  <a:p>
                    <a:pPr algn="ctr"/>
                    <a:r>
                      <a:rPr lang="zh-CN" altLang="en-US" sz="160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锚点几何离散度</a:t>
                    </a:r>
                    <a:endParaRPr lang="en-US" altLang="zh-CN" sz="1600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298" name="文本框 297">
                    <a:extLst>
                      <a:ext uri="{FF2B5EF4-FFF2-40B4-BE49-F238E27FC236}">
                        <a16:creationId xmlns:a16="http://schemas.microsoft.com/office/drawing/2014/main" id="{1D06B2CE-8135-2DA8-067F-E04920A951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36431" y="2496605"/>
                    <a:ext cx="2443969" cy="584775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b="-1145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00" name="文本框 299">
                    <a:extLst>
                      <a:ext uri="{FF2B5EF4-FFF2-40B4-BE49-F238E27FC236}">
                        <a16:creationId xmlns:a16="http://schemas.microsoft.com/office/drawing/2014/main" id="{99DF09D9-7C0F-FAD1-EB7C-453E145CAC78}"/>
                      </a:ext>
                    </a:extLst>
                  </p:cNvPr>
                  <p:cNvSpPr txBox="1"/>
                  <p:nvPr/>
                </p:nvSpPr>
                <p:spPr>
                  <a:xfrm>
                    <a:off x="5672826" y="2373494"/>
                    <a:ext cx="219612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300" name="文本框 299">
                    <a:extLst>
                      <a:ext uri="{FF2B5EF4-FFF2-40B4-BE49-F238E27FC236}">
                        <a16:creationId xmlns:a16="http://schemas.microsoft.com/office/drawing/2014/main" id="{99DF09D9-7C0F-FAD1-EB7C-453E145CAC7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72826" y="2373494"/>
                    <a:ext cx="219612" cy="276999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l="-13889" r="-1111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02" name="文本框 301">
                    <a:extLst>
                      <a:ext uri="{FF2B5EF4-FFF2-40B4-BE49-F238E27FC236}">
                        <a16:creationId xmlns:a16="http://schemas.microsoft.com/office/drawing/2014/main" id="{10F6BC92-7660-429F-1626-C57B66528744}"/>
                      </a:ext>
                    </a:extLst>
                  </p:cNvPr>
                  <p:cNvSpPr txBox="1"/>
                  <p:nvPr/>
                </p:nvSpPr>
                <p:spPr>
                  <a:xfrm>
                    <a:off x="8074919" y="2373494"/>
                    <a:ext cx="21961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302" name="文本框 301">
                    <a:extLst>
                      <a:ext uri="{FF2B5EF4-FFF2-40B4-BE49-F238E27FC236}">
                        <a16:creationId xmlns:a16="http://schemas.microsoft.com/office/drawing/2014/main" id="{10F6BC92-7660-429F-1626-C57B6652874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74919" y="2373494"/>
                    <a:ext cx="219611" cy="276999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l="-25000" r="-22222" b="-6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08" name="文本框 307">
              <a:extLst>
                <a:ext uri="{FF2B5EF4-FFF2-40B4-BE49-F238E27FC236}">
                  <a16:creationId xmlns:a16="http://schemas.microsoft.com/office/drawing/2014/main" id="{9CF7C8F0-6BAF-05CF-43CC-9C9AFA46CE83}"/>
                </a:ext>
              </a:extLst>
            </p:cNvPr>
            <p:cNvSpPr txBox="1"/>
            <p:nvPr/>
          </p:nvSpPr>
          <p:spPr>
            <a:xfrm>
              <a:off x="6237958" y="4305960"/>
              <a:ext cx="22414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高方向离散度</a:t>
              </a:r>
              <a:endPara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09" name="文本框 308">
              <a:extLst>
                <a:ext uri="{FF2B5EF4-FFF2-40B4-BE49-F238E27FC236}">
                  <a16:creationId xmlns:a16="http://schemas.microsoft.com/office/drawing/2014/main" id="{58124978-614C-1185-2C83-1F43B72063AF}"/>
                </a:ext>
              </a:extLst>
            </p:cNvPr>
            <p:cNvSpPr txBox="1"/>
            <p:nvPr/>
          </p:nvSpPr>
          <p:spPr>
            <a:xfrm>
              <a:off x="8630233" y="4305960"/>
              <a:ext cx="28169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高相对尺度离散度</a:t>
              </a:r>
              <a:endPara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E80D32FA-EA09-787E-0B95-7AF46690BF19}"/>
                </a:ext>
              </a:extLst>
            </p:cNvPr>
            <p:cNvSpPr txBox="1"/>
            <p:nvPr/>
          </p:nvSpPr>
          <p:spPr>
            <a:xfrm>
              <a:off x="6146959" y="7454910"/>
              <a:ext cx="4841081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zh-CN" altLang="en-US" sz="16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成熟度引导尺度保持</a:t>
              </a:r>
              <a:endParaRPr lang="en-US" sz="16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pic>
          <p:nvPicPr>
            <p:cNvPr id="315" name="图形 314">
              <a:extLst>
                <a:ext uri="{FF2B5EF4-FFF2-40B4-BE49-F238E27FC236}">
                  <a16:creationId xmlns:a16="http://schemas.microsoft.com/office/drawing/2014/main" id="{018BD83D-A5C0-593D-B973-FBD69873900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2975663" y="1308371"/>
              <a:ext cx="7639050" cy="361950"/>
            </a:xfrm>
            <a:prstGeom prst="rect">
              <a:avLst/>
            </a:prstGeom>
          </p:spPr>
        </p:pic>
        <p:sp>
          <p:nvSpPr>
            <p:cNvPr id="2" name="zh_000">
              <a:extLst>
                <a:ext uri="{FF2B5EF4-FFF2-40B4-BE49-F238E27FC236}">
                  <a16:creationId xmlns:a16="http://schemas.microsoft.com/office/drawing/2014/main" id="{72C5C0C3-4C5B-D245-0B06-72038DE02DF6}"/>
                </a:ext>
              </a:extLst>
            </p:cNvPr>
            <p:cNvSpPr txBox="1"/>
            <p:nvPr/>
          </p:nvSpPr>
          <p:spPr>
            <a:xfrm>
              <a:off x="1511300" y="7015463"/>
              <a:ext cx="2921000" cy="3048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(c) </a:t>
              </a: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父锚点感知几何传承</a:t>
              </a:r>
            </a:p>
          </p:txBody>
        </p:sp>
        <p:sp>
          <p:nvSpPr>
            <p:cNvPr id="3" name="zh_001">
              <a:extLst>
                <a:ext uri="{FF2B5EF4-FFF2-40B4-BE49-F238E27FC236}">
                  <a16:creationId xmlns:a16="http://schemas.microsoft.com/office/drawing/2014/main" id="{7D310E94-2EA3-F30E-6917-3677465857EE}"/>
                </a:ext>
              </a:extLst>
            </p:cNvPr>
            <p:cNvSpPr/>
            <p:nvPr/>
          </p:nvSpPr>
          <p:spPr>
            <a:xfrm>
              <a:off x="287587" y="2203450"/>
              <a:ext cx="11191977" cy="1905000"/>
            </a:xfrm>
            <a:prstGeom prst="roundRect">
              <a:avLst>
                <a:gd name="adj" fmla="val 17368"/>
              </a:avLst>
            </a:prstGeom>
            <a:solidFill>
              <a:srgbClr val="EDE3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zh_002">
              <a:extLst>
                <a:ext uri="{FF2B5EF4-FFF2-40B4-BE49-F238E27FC236}">
                  <a16:creationId xmlns:a16="http://schemas.microsoft.com/office/drawing/2014/main" id="{85E886AF-E5C7-6F21-1DCA-3F990CCE1C21}"/>
                </a:ext>
              </a:extLst>
            </p:cNvPr>
            <p:cNvSpPr txBox="1"/>
            <p:nvPr/>
          </p:nvSpPr>
          <p:spPr>
            <a:xfrm>
              <a:off x="563880" y="2292350"/>
              <a:ext cx="5334000" cy="3048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(a) </a:t>
              </a: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悬空细结构感知的锚点初始化增强</a:t>
              </a:r>
            </a:p>
          </p:txBody>
        </p:sp>
        <p:sp>
          <p:nvSpPr>
            <p:cNvPr id="32" name="zh_003">
              <a:extLst>
                <a:ext uri="{FF2B5EF4-FFF2-40B4-BE49-F238E27FC236}">
                  <a16:creationId xmlns:a16="http://schemas.microsoft.com/office/drawing/2014/main" id="{4C24CADE-FD9F-99B7-C1D2-484FC0D7068A}"/>
                </a:ext>
              </a:extLst>
            </p:cNvPr>
            <p:cNvSpPr txBox="1"/>
            <p:nvPr/>
          </p:nvSpPr>
          <p:spPr>
            <a:xfrm>
              <a:off x="6604000" y="2330450"/>
              <a:ext cx="4660900" cy="2540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r"/>
              <a:r>
                <a:rPr lang="zh-CN" altLang="en-US" sz="1200">
                  <a:solidFill>
                    <a:srgbClr val="59595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训练前；输入：多视图图像、</a:t>
              </a:r>
              <a:r>
                <a:rPr lang="en-US" altLang="zh-CN" sz="1200">
                  <a:solidFill>
                    <a:srgbClr val="59595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SfM </a:t>
              </a:r>
              <a:r>
                <a:rPr lang="zh-CN" altLang="en-US" sz="1200">
                  <a:solidFill>
                    <a:srgbClr val="59595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点云与固定位姿</a:t>
              </a:r>
            </a:p>
          </p:txBody>
        </p:sp>
        <p:sp>
          <p:nvSpPr>
            <p:cNvPr id="34" name="zh_004">
              <a:extLst>
                <a:ext uri="{FF2B5EF4-FFF2-40B4-BE49-F238E27FC236}">
                  <a16:creationId xmlns:a16="http://schemas.microsoft.com/office/drawing/2014/main" id="{C3F8B995-E936-5531-EF83-47EC9971BB9D}"/>
                </a:ext>
              </a:extLst>
            </p:cNvPr>
            <p:cNvSpPr/>
            <p:nvPr/>
          </p:nvSpPr>
          <p:spPr>
            <a:xfrm>
              <a:off x="469900" y="2673350"/>
              <a:ext cx="1828800" cy="13462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zh_005">
              <a:extLst>
                <a:ext uri="{FF2B5EF4-FFF2-40B4-BE49-F238E27FC236}">
                  <a16:creationId xmlns:a16="http://schemas.microsoft.com/office/drawing/2014/main" id="{82B58AD3-B6CF-FBC4-3FF2-CCEA2AB6B2B5}"/>
                </a:ext>
              </a:extLst>
            </p:cNvPr>
            <p:cNvSpPr txBox="1"/>
            <p:nvPr/>
          </p:nvSpPr>
          <p:spPr>
            <a:xfrm>
              <a:off x="469900" y="3511550"/>
              <a:ext cx="1828800" cy="2286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lang="zh-CN" altLang="en-US" sz="13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① 细结构候选提取</a:t>
              </a:r>
            </a:p>
          </p:txBody>
        </p:sp>
        <p:sp>
          <p:nvSpPr>
            <p:cNvPr id="37" name="zh_006">
              <a:extLst>
                <a:ext uri="{FF2B5EF4-FFF2-40B4-BE49-F238E27FC236}">
                  <a16:creationId xmlns:a16="http://schemas.microsoft.com/office/drawing/2014/main" id="{BD0F3FFB-C1F0-C3EA-F5B0-CC14415DB76E}"/>
                </a:ext>
              </a:extLst>
            </p:cNvPr>
            <p:cNvSpPr txBox="1"/>
            <p:nvPr/>
          </p:nvSpPr>
          <p:spPr>
            <a:xfrm>
              <a:off x="469900" y="3765550"/>
              <a:ext cx="1828800" cy="2286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lang="zh-CN" altLang="en-US" sz="12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𝑝 ∈ 𝒞</a:t>
              </a:r>
              <a:r>
                <a:rPr lang="zh-CN" altLang="en-US" sz="1200" baseline="-250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𝑟</a:t>
              </a:r>
            </a:p>
          </p:txBody>
        </p:sp>
        <p:pic>
          <p:nvPicPr>
            <p:cNvPr id="72" name="zh_007">
              <a:extLst>
                <a:ext uri="{FF2B5EF4-FFF2-40B4-BE49-F238E27FC236}">
                  <a16:creationId xmlns:a16="http://schemas.microsoft.com/office/drawing/2014/main" id="{F7654A31-76E4-FEE2-00B9-E534FF1B4A41}"/>
                </a:ext>
              </a:extLst>
            </p:cNvPr>
            <p:cNvPicPr>
              <a:picLocks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6100" y="2724150"/>
              <a:ext cx="1676400" cy="762000"/>
            </a:xfrm>
            <a:prstGeom prst="rect">
              <a:avLst/>
            </a:prstGeom>
          </p:spPr>
        </p:pic>
        <p:sp>
          <p:nvSpPr>
            <p:cNvPr id="73" name="zh_008">
              <a:extLst>
                <a:ext uri="{FF2B5EF4-FFF2-40B4-BE49-F238E27FC236}">
                  <a16:creationId xmlns:a16="http://schemas.microsoft.com/office/drawing/2014/main" id="{FEDC5265-D1E9-1706-8F18-BAE37D4911B6}"/>
                </a:ext>
              </a:extLst>
            </p:cNvPr>
            <p:cNvSpPr/>
            <p:nvPr/>
          </p:nvSpPr>
          <p:spPr>
            <a:xfrm>
              <a:off x="2527300" y="2673350"/>
              <a:ext cx="1828800" cy="13462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zh_009">
              <a:extLst>
                <a:ext uri="{FF2B5EF4-FFF2-40B4-BE49-F238E27FC236}">
                  <a16:creationId xmlns:a16="http://schemas.microsoft.com/office/drawing/2014/main" id="{41272165-449E-57C7-E033-18477C9FF02F}"/>
                </a:ext>
              </a:extLst>
            </p:cNvPr>
            <p:cNvSpPr txBox="1"/>
            <p:nvPr/>
          </p:nvSpPr>
          <p:spPr>
            <a:xfrm>
              <a:off x="2527300" y="3511550"/>
              <a:ext cx="1828800" cy="2286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lang="zh-CN" altLang="en-US" sz="13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② 多视图验证</a:t>
              </a:r>
            </a:p>
          </p:txBody>
        </p:sp>
        <p:sp>
          <p:nvSpPr>
            <p:cNvPr id="75" name="zh_010">
              <a:extLst>
                <a:ext uri="{FF2B5EF4-FFF2-40B4-BE49-F238E27FC236}">
                  <a16:creationId xmlns:a16="http://schemas.microsoft.com/office/drawing/2014/main" id="{A9585099-73BF-2714-D462-962A158F1936}"/>
                </a:ext>
              </a:extLst>
            </p:cNvPr>
            <p:cNvSpPr txBox="1"/>
            <p:nvPr/>
          </p:nvSpPr>
          <p:spPr>
            <a:xfrm>
              <a:off x="2527300" y="3765550"/>
              <a:ext cx="1828800" cy="2286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lang="zh-CN" altLang="en-US" sz="12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𝑆</a:t>
              </a:r>
              <a:r>
                <a:rPr lang="zh-CN" altLang="en-US" sz="1200" baseline="-250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𝑝</a:t>
              </a:r>
              <a:r>
                <a:rPr lang="en-US" altLang="zh-CN" sz="12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(</a:t>
              </a:r>
              <a:r>
                <a:rPr lang="zh-CN" altLang="en-US" sz="12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𝑑</a:t>
              </a:r>
              <a:r>
                <a:rPr lang="zh-CN" altLang="en-US" sz="1200" baseline="300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∗</a:t>
              </a:r>
              <a:r>
                <a:rPr lang="en-US" altLang="zh-CN" sz="12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) ≥ </a:t>
              </a:r>
              <a:r>
                <a:rPr lang="zh-CN" altLang="en-US" sz="12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𝑛</a:t>
              </a:r>
              <a:r>
                <a:rPr lang="en-US" altLang="zh-CN" sz="1200" baseline="-250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min</a:t>
              </a:r>
              <a:endParaRPr lang="zh-CN" altLang="en-US" sz="1200" baseline="-2500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</a:endParaRPr>
            </a:p>
          </p:txBody>
        </p:sp>
        <p:pic>
          <p:nvPicPr>
            <p:cNvPr id="76" name="zh_011">
              <a:extLst>
                <a:ext uri="{FF2B5EF4-FFF2-40B4-BE49-F238E27FC236}">
                  <a16:creationId xmlns:a16="http://schemas.microsoft.com/office/drawing/2014/main" id="{5818F518-E8B2-AEC4-0B93-1749EDEB616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2616200" y="2736850"/>
              <a:ext cx="185356" cy="190500"/>
            </a:xfrm>
            <a:prstGeom prst="rect">
              <a:avLst/>
            </a:prstGeom>
          </p:spPr>
        </p:pic>
        <p:cxnSp>
          <p:nvCxnSpPr>
            <p:cNvPr id="77" name="zh_012">
              <a:extLst>
                <a:ext uri="{FF2B5EF4-FFF2-40B4-BE49-F238E27FC236}">
                  <a16:creationId xmlns:a16="http://schemas.microsoft.com/office/drawing/2014/main" id="{B3160CE7-36A5-AFB3-71D7-2531D620C2B5}"/>
                </a:ext>
              </a:extLst>
            </p:cNvPr>
            <p:cNvCxnSpPr/>
            <p:nvPr/>
          </p:nvCxnSpPr>
          <p:spPr>
            <a:xfrm>
              <a:off x="2717800" y="2876550"/>
              <a:ext cx="1536700" cy="584200"/>
            </a:xfrm>
            <a:prstGeom prst="line">
              <a:avLst/>
            </a:prstGeom>
            <a:ln w="12700">
              <a:solidFill>
                <a:srgbClr val="8C8C8C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78" name="zh_013">
              <a:extLst>
                <a:ext uri="{FF2B5EF4-FFF2-40B4-BE49-F238E27FC236}">
                  <a16:creationId xmlns:a16="http://schemas.microsoft.com/office/drawing/2014/main" id="{C1E504A4-402C-BA47-8BDC-17B9197E858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3238500" y="2724150"/>
              <a:ext cx="172999" cy="177800"/>
            </a:xfrm>
            <a:prstGeom prst="rect">
              <a:avLst/>
            </a:prstGeom>
          </p:spPr>
        </p:pic>
        <p:cxnSp>
          <p:nvCxnSpPr>
            <p:cNvPr id="79" name="zh_014">
              <a:extLst>
                <a:ext uri="{FF2B5EF4-FFF2-40B4-BE49-F238E27FC236}">
                  <a16:creationId xmlns:a16="http://schemas.microsoft.com/office/drawing/2014/main" id="{601B533A-1814-CAC0-3189-9FFB35B02983}"/>
                </a:ext>
              </a:extLst>
            </p:cNvPr>
            <p:cNvCxnSpPr/>
            <p:nvPr/>
          </p:nvCxnSpPr>
          <p:spPr>
            <a:xfrm>
              <a:off x="3327400" y="2851150"/>
              <a:ext cx="235585" cy="346710"/>
            </a:xfrm>
            <a:prstGeom prst="line">
              <a:avLst/>
            </a:prstGeom>
            <a:ln w="9525">
              <a:solidFill>
                <a:srgbClr val="4472C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80" name="zh_015">
              <a:extLst>
                <a:ext uri="{FF2B5EF4-FFF2-40B4-BE49-F238E27FC236}">
                  <a16:creationId xmlns:a16="http://schemas.microsoft.com/office/drawing/2014/main" id="{D971BB36-BA38-1C69-AE98-4FEAFAA07A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4051300" y="2749550"/>
              <a:ext cx="172999" cy="177800"/>
            </a:xfrm>
            <a:prstGeom prst="rect">
              <a:avLst/>
            </a:prstGeom>
          </p:spPr>
        </p:pic>
        <p:cxnSp>
          <p:nvCxnSpPr>
            <p:cNvPr id="81" name="zh_016">
              <a:extLst>
                <a:ext uri="{FF2B5EF4-FFF2-40B4-BE49-F238E27FC236}">
                  <a16:creationId xmlns:a16="http://schemas.microsoft.com/office/drawing/2014/main" id="{90BC5616-B8C5-9BA0-B1CE-F243DD324EC8}"/>
                </a:ext>
              </a:extLst>
            </p:cNvPr>
            <p:cNvCxnSpPr/>
            <p:nvPr/>
          </p:nvCxnSpPr>
          <p:spPr>
            <a:xfrm flipH="1">
              <a:off x="3562985" y="2876550"/>
              <a:ext cx="577215" cy="321310"/>
            </a:xfrm>
            <a:prstGeom prst="line">
              <a:avLst/>
            </a:prstGeom>
            <a:ln w="9525">
              <a:solidFill>
                <a:srgbClr val="4472C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zh_017">
              <a:extLst>
                <a:ext uri="{FF2B5EF4-FFF2-40B4-BE49-F238E27FC236}">
                  <a16:creationId xmlns:a16="http://schemas.microsoft.com/office/drawing/2014/main" id="{195F963D-4400-192F-7A4C-56FE5E2056EE}"/>
                </a:ext>
              </a:extLst>
            </p:cNvPr>
            <p:cNvSpPr/>
            <p:nvPr/>
          </p:nvSpPr>
          <p:spPr>
            <a:xfrm>
              <a:off x="3122676" y="3014726"/>
              <a:ext cx="50800" cy="50800"/>
            </a:xfrm>
            <a:prstGeom prst="ellipse">
              <a:avLst/>
            </a:prstGeom>
            <a:solidFill>
              <a:srgbClr val="BFBFB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zh_018">
              <a:extLst>
                <a:ext uri="{FF2B5EF4-FFF2-40B4-BE49-F238E27FC236}">
                  <a16:creationId xmlns:a16="http://schemas.microsoft.com/office/drawing/2014/main" id="{2E0C04D4-813C-4FBB-BCCF-1641499E19A5}"/>
                </a:ext>
              </a:extLst>
            </p:cNvPr>
            <p:cNvSpPr/>
            <p:nvPr/>
          </p:nvSpPr>
          <p:spPr>
            <a:xfrm>
              <a:off x="3952494" y="3330194"/>
              <a:ext cx="50800" cy="50800"/>
            </a:xfrm>
            <a:prstGeom prst="ellipse">
              <a:avLst/>
            </a:prstGeom>
            <a:solidFill>
              <a:srgbClr val="BFBFB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zh_019">
              <a:extLst>
                <a:ext uri="{FF2B5EF4-FFF2-40B4-BE49-F238E27FC236}">
                  <a16:creationId xmlns:a16="http://schemas.microsoft.com/office/drawing/2014/main" id="{5E1F7E24-BC09-70B1-4822-3FDAB209D869}"/>
                </a:ext>
              </a:extLst>
            </p:cNvPr>
            <p:cNvSpPr/>
            <p:nvPr/>
          </p:nvSpPr>
          <p:spPr>
            <a:xfrm>
              <a:off x="3518535" y="3153410"/>
              <a:ext cx="88900" cy="88900"/>
            </a:xfrm>
            <a:prstGeom prst="ellipse">
              <a:avLst/>
            </a:prstGeom>
            <a:solidFill>
              <a:srgbClr val="00B05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zh_020">
              <a:extLst>
                <a:ext uri="{FF2B5EF4-FFF2-40B4-BE49-F238E27FC236}">
                  <a16:creationId xmlns:a16="http://schemas.microsoft.com/office/drawing/2014/main" id="{91255C41-397C-517A-C441-CA9FA5CED5E7}"/>
                </a:ext>
              </a:extLst>
            </p:cNvPr>
            <p:cNvSpPr txBox="1"/>
            <p:nvPr/>
          </p:nvSpPr>
          <p:spPr>
            <a:xfrm>
              <a:off x="3181985" y="3223260"/>
              <a:ext cx="330200" cy="1778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r"/>
              <a:r>
                <a:rPr lang="zh-CN" altLang="en-US" sz="10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𝑑*</a:t>
              </a:r>
            </a:p>
          </p:txBody>
        </p:sp>
        <p:sp>
          <p:nvSpPr>
            <p:cNvPr id="86" name="zh_021">
              <a:extLst>
                <a:ext uri="{FF2B5EF4-FFF2-40B4-BE49-F238E27FC236}">
                  <a16:creationId xmlns:a16="http://schemas.microsoft.com/office/drawing/2014/main" id="{42365B41-BF91-95BA-0E5A-B32981F22810}"/>
                </a:ext>
              </a:extLst>
            </p:cNvPr>
            <p:cNvSpPr/>
            <p:nvPr/>
          </p:nvSpPr>
          <p:spPr>
            <a:xfrm>
              <a:off x="4584700" y="2673350"/>
              <a:ext cx="1828800" cy="13462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zh_022">
              <a:extLst>
                <a:ext uri="{FF2B5EF4-FFF2-40B4-BE49-F238E27FC236}">
                  <a16:creationId xmlns:a16="http://schemas.microsoft.com/office/drawing/2014/main" id="{0803224A-4383-11CE-1842-D14F3B6F2F97}"/>
                </a:ext>
              </a:extLst>
            </p:cNvPr>
            <p:cNvSpPr txBox="1"/>
            <p:nvPr/>
          </p:nvSpPr>
          <p:spPr>
            <a:xfrm>
              <a:off x="4584700" y="3511550"/>
              <a:ext cx="1828800" cy="2286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lang="zh-CN" altLang="en-US" sz="13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③ 悬空检测</a:t>
              </a:r>
            </a:p>
          </p:txBody>
        </p:sp>
        <p:sp>
          <p:nvSpPr>
            <p:cNvPr id="88" name="zh_023">
              <a:extLst>
                <a:ext uri="{FF2B5EF4-FFF2-40B4-BE49-F238E27FC236}">
                  <a16:creationId xmlns:a16="http://schemas.microsoft.com/office/drawing/2014/main" id="{8149F2ED-5146-28C9-7308-1A1A60465BD9}"/>
                </a:ext>
              </a:extLst>
            </p:cNvPr>
            <p:cNvSpPr txBox="1"/>
            <p:nvPr/>
          </p:nvSpPr>
          <p:spPr>
            <a:xfrm>
              <a:off x="4584700" y="3765550"/>
              <a:ext cx="1828800" cy="2286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lang="zh-CN" altLang="en-US" sz="12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𝑑</a:t>
              </a:r>
              <a:r>
                <a:rPr lang="zh-CN" altLang="en-US" sz="1200" baseline="300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∗</a:t>
              </a:r>
              <a:r>
                <a:rPr lang="zh-CN" altLang="en-US" sz="12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2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&lt; </a:t>
              </a:r>
              <a:r>
                <a:rPr lang="zh-CN" altLang="en-US" sz="12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𝜌𝑍</a:t>
              </a:r>
              <a:r>
                <a:rPr lang="en-US" altLang="zh-CN" sz="1200" baseline="300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bg</a:t>
              </a:r>
              <a:endParaRPr lang="zh-CN" altLang="en-US" sz="1200" baseline="3000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89" name="zh_024">
              <a:extLst>
                <a:ext uri="{FF2B5EF4-FFF2-40B4-BE49-F238E27FC236}">
                  <a16:creationId xmlns:a16="http://schemas.microsoft.com/office/drawing/2014/main" id="{EBAF2085-DEE5-4907-7B6C-F8A160CEF21D}"/>
                </a:ext>
              </a:extLst>
            </p:cNvPr>
            <p:cNvCxnSpPr/>
            <p:nvPr/>
          </p:nvCxnSpPr>
          <p:spPr>
            <a:xfrm>
              <a:off x="4673600" y="3435350"/>
              <a:ext cx="1651000" cy="0"/>
            </a:xfrm>
            <a:prstGeom prst="line">
              <a:avLst/>
            </a:prstGeom>
            <a:ln w="38100">
              <a:solidFill>
                <a:srgbClr val="8B6F4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zh_025">
              <a:extLst>
                <a:ext uri="{FF2B5EF4-FFF2-40B4-BE49-F238E27FC236}">
                  <a16:creationId xmlns:a16="http://schemas.microsoft.com/office/drawing/2014/main" id="{31112C71-15DD-5FBE-303F-DBD8B0D0D679}"/>
                </a:ext>
              </a:extLst>
            </p:cNvPr>
            <p:cNvSpPr txBox="1"/>
            <p:nvPr/>
          </p:nvSpPr>
          <p:spPr>
            <a:xfrm>
              <a:off x="4686300" y="3282950"/>
              <a:ext cx="279400" cy="1270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r>
                <a:rPr lang="zh-CN" altLang="en-US" sz="800">
                  <a:solidFill>
                    <a:srgbClr val="6B5537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背景</a:t>
              </a:r>
            </a:p>
          </p:txBody>
        </p:sp>
        <p:cxnSp>
          <p:nvCxnSpPr>
            <p:cNvPr id="91" name="zh_026">
              <a:extLst>
                <a:ext uri="{FF2B5EF4-FFF2-40B4-BE49-F238E27FC236}">
                  <a16:creationId xmlns:a16="http://schemas.microsoft.com/office/drawing/2014/main" id="{942E1A86-7E74-D64A-5894-951CC029CC9A}"/>
                </a:ext>
              </a:extLst>
            </p:cNvPr>
            <p:cNvCxnSpPr/>
            <p:nvPr/>
          </p:nvCxnSpPr>
          <p:spPr>
            <a:xfrm>
              <a:off x="5016500" y="2952750"/>
              <a:ext cx="0" cy="482600"/>
            </a:xfrm>
            <a:prstGeom prst="line">
              <a:avLst/>
            </a:prstGeom>
            <a:ln w="25400">
              <a:solidFill>
                <a:srgbClr val="40404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zh_027">
              <a:extLst>
                <a:ext uri="{FF2B5EF4-FFF2-40B4-BE49-F238E27FC236}">
                  <a16:creationId xmlns:a16="http://schemas.microsoft.com/office/drawing/2014/main" id="{4C0CF7D8-5BF7-5646-7857-9FC12BBA76E1}"/>
                </a:ext>
              </a:extLst>
            </p:cNvPr>
            <p:cNvSpPr/>
            <p:nvPr/>
          </p:nvSpPr>
          <p:spPr>
            <a:xfrm>
              <a:off x="5016500" y="2952750"/>
              <a:ext cx="1346201" cy="237068"/>
            </a:xfrm>
            <a:custGeom>
              <a:avLst/>
              <a:gdLst/>
              <a:ahLst/>
              <a:cxnLst/>
              <a:rect l="0" t="0" r="0" b="0"/>
              <a:pathLst>
                <a:path w="1346201" h="237068">
                  <a:moveTo>
                    <a:pt x="0" y="0"/>
                  </a:moveTo>
                  <a:cubicBezTo>
                    <a:pt x="431800" y="237067"/>
                    <a:pt x="880533" y="237067"/>
                    <a:pt x="1346200" y="0"/>
                  </a:cubicBezTo>
                </a:path>
              </a:pathLst>
            </a:custGeom>
            <a:ln w="19050">
              <a:solidFill>
                <a:srgbClr val="40404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93" name="zh_028">
              <a:extLst>
                <a:ext uri="{FF2B5EF4-FFF2-40B4-BE49-F238E27FC236}">
                  <a16:creationId xmlns:a16="http://schemas.microsoft.com/office/drawing/2014/main" id="{2F374A30-5428-9A91-ED7B-1A57BA48F55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4673600" y="2736850"/>
              <a:ext cx="185356" cy="190500"/>
            </a:xfrm>
            <a:prstGeom prst="rect">
              <a:avLst/>
            </a:prstGeom>
          </p:spPr>
        </p:pic>
        <p:cxnSp>
          <p:nvCxnSpPr>
            <p:cNvPr id="112" name="zh_029">
              <a:extLst>
                <a:ext uri="{FF2B5EF4-FFF2-40B4-BE49-F238E27FC236}">
                  <a16:creationId xmlns:a16="http://schemas.microsoft.com/office/drawing/2014/main" id="{4EF810C8-CF90-89B4-7FCD-2568776BE228}"/>
                </a:ext>
              </a:extLst>
            </p:cNvPr>
            <p:cNvCxnSpPr/>
            <p:nvPr/>
          </p:nvCxnSpPr>
          <p:spPr>
            <a:xfrm>
              <a:off x="4775200" y="2863850"/>
              <a:ext cx="1460500" cy="571500"/>
            </a:xfrm>
            <a:prstGeom prst="line">
              <a:avLst/>
            </a:prstGeom>
            <a:ln w="11430">
              <a:solidFill>
                <a:srgbClr val="8C8C8C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zh_030">
              <a:extLst>
                <a:ext uri="{FF2B5EF4-FFF2-40B4-BE49-F238E27FC236}">
                  <a16:creationId xmlns:a16="http://schemas.microsoft.com/office/drawing/2014/main" id="{24C90665-191C-90AC-9544-9A7FD0AFBECF}"/>
                </a:ext>
              </a:extLst>
            </p:cNvPr>
            <p:cNvSpPr/>
            <p:nvPr/>
          </p:nvSpPr>
          <p:spPr>
            <a:xfrm>
              <a:off x="5276850" y="3032912"/>
              <a:ext cx="88900" cy="88900"/>
            </a:xfrm>
            <a:prstGeom prst="ellipse">
              <a:avLst/>
            </a:prstGeom>
            <a:solidFill>
              <a:srgbClr val="00B05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4" name="zh_031">
              <a:extLst>
                <a:ext uri="{FF2B5EF4-FFF2-40B4-BE49-F238E27FC236}">
                  <a16:creationId xmlns:a16="http://schemas.microsoft.com/office/drawing/2014/main" id="{49D1AD5C-1713-A07A-8E07-8D5E12185C3E}"/>
                </a:ext>
              </a:extLst>
            </p:cNvPr>
            <p:cNvCxnSpPr/>
            <p:nvPr/>
          </p:nvCxnSpPr>
          <p:spPr>
            <a:xfrm>
              <a:off x="4775200" y="2863850"/>
              <a:ext cx="622300" cy="571500"/>
            </a:xfrm>
            <a:prstGeom prst="line">
              <a:avLst/>
            </a:prstGeom>
            <a:ln w="11430">
              <a:solidFill>
                <a:srgbClr val="8C8C8C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zh_032">
              <a:extLst>
                <a:ext uri="{FF2B5EF4-FFF2-40B4-BE49-F238E27FC236}">
                  <a16:creationId xmlns:a16="http://schemas.microsoft.com/office/drawing/2014/main" id="{A00F96D5-9203-5141-955B-27881B3B8CEB}"/>
                </a:ext>
              </a:extLst>
            </p:cNvPr>
            <p:cNvSpPr txBox="1"/>
            <p:nvPr/>
          </p:nvSpPr>
          <p:spPr>
            <a:xfrm>
              <a:off x="5321300" y="3346450"/>
              <a:ext cx="152400" cy="1778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lang="en-US" altLang="zh-CN" sz="1100" b="1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×</a:t>
              </a:r>
              <a:endParaRPr lang="zh-CN" altLang="en-US" sz="1100" b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16" name="zh_033">
              <a:extLst>
                <a:ext uri="{FF2B5EF4-FFF2-40B4-BE49-F238E27FC236}">
                  <a16:creationId xmlns:a16="http://schemas.microsoft.com/office/drawing/2014/main" id="{B7DF8206-B1FF-01AE-FE4D-4917AB9F5937}"/>
                </a:ext>
              </a:extLst>
            </p:cNvPr>
            <p:cNvSpPr/>
            <p:nvPr/>
          </p:nvSpPr>
          <p:spPr>
            <a:xfrm>
              <a:off x="6642100" y="2673350"/>
              <a:ext cx="1828800" cy="13462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zh_034">
              <a:extLst>
                <a:ext uri="{FF2B5EF4-FFF2-40B4-BE49-F238E27FC236}">
                  <a16:creationId xmlns:a16="http://schemas.microsoft.com/office/drawing/2014/main" id="{2D11D92F-0AD5-DF24-486D-D6529831BF18}"/>
                </a:ext>
              </a:extLst>
            </p:cNvPr>
            <p:cNvSpPr txBox="1"/>
            <p:nvPr/>
          </p:nvSpPr>
          <p:spPr>
            <a:xfrm>
              <a:off x="6642100" y="3511550"/>
              <a:ext cx="1828800" cy="2286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lang="zh-CN" altLang="en-US" sz="13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④ 点云去重</a:t>
              </a:r>
            </a:p>
          </p:txBody>
        </p:sp>
        <p:sp>
          <p:nvSpPr>
            <p:cNvPr id="118" name="zh_035">
              <a:extLst>
                <a:ext uri="{FF2B5EF4-FFF2-40B4-BE49-F238E27FC236}">
                  <a16:creationId xmlns:a16="http://schemas.microsoft.com/office/drawing/2014/main" id="{819A8E3A-9A7F-72F4-18A2-D7D461A375F2}"/>
                </a:ext>
              </a:extLst>
            </p:cNvPr>
            <p:cNvSpPr txBox="1"/>
            <p:nvPr/>
          </p:nvSpPr>
          <p:spPr>
            <a:xfrm>
              <a:off x="6642100" y="3765550"/>
              <a:ext cx="1828800" cy="2286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lang="en-US" altLang="zh-CN" sz="12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dist(</a:t>
              </a:r>
              <a:r>
                <a:rPr lang="zh-CN" altLang="en-US" sz="12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𝑋</a:t>
              </a:r>
              <a:r>
                <a:rPr lang="en-US" altLang="zh-CN" sz="12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, </a:t>
              </a:r>
              <a:r>
                <a:rPr lang="zh-CN" altLang="en-US" sz="12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𝑃</a:t>
              </a:r>
              <a:r>
                <a:rPr lang="en-US" altLang="zh-CN" sz="12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) &gt; </a:t>
              </a:r>
              <a:r>
                <a:rPr lang="zh-CN" altLang="en-US" sz="12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𝜆</a:t>
              </a:r>
              <a:r>
                <a:rPr lang="zh-CN" altLang="en-US" sz="1200" baseline="-250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𝑓</a:t>
              </a:r>
              <a:r>
                <a:rPr lang="zh-CN" altLang="en-US" sz="12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𝜉</a:t>
              </a:r>
              <a:r>
                <a:rPr lang="zh-CN" altLang="en-US" sz="1200" baseline="-250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𝑝</a:t>
              </a:r>
            </a:p>
          </p:txBody>
        </p:sp>
        <p:sp>
          <p:nvSpPr>
            <p:cNvPr id="119" name="zh_036">
              <a:extLst>
                <a:ext uri="{FF2B5EF4-FFF2-40B4-BE49-F238E27FC236}">
                  <a16:creationId xmlns:a16="http://schemas.microsoft.com/office/drawing/2014/main" id="{9D3C07D9-DE64-EE93-D065-CEEBF2B360E7}"/>
                </a:ext>
              </a:extLst>
            </p:cNvPr>
            <p:cNvSpPr/>
            <p:nvPr/>
          </p:nvSpPr>
          <p:spPr>
            <a:xfrm>
              <a:off x="6936740" y="2875280"/>
              <a:ext cx="40640" cy="40640"/>
            </a:xfrm>
            <a:prstGeom prst="ellipse">
              <a:avLst/>
            </a:prstGeom>
            <a:solidFill>
              <a:srgbClr val="8C8C8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zh_037">
              <a:extLst>
                <a:ext uri="{FF2B5EF4-FFF2-40B4-BE49-F238E27FC236}">
                  <a16:creationId xmlns:a16="http://schemas.microsoft.com/office/drawing/2014/main" id="{5D3F71A4-8485-F57E-DF28-7149BFAE0563}"/>
                </a:ext>
              </a:extLst>
            </p:cNvPr>
            <p:cNvSpPr/>
            <p:nvPr/>
          </p:nvSpPr>
          <p:spPr>
            <a:xfrm>
              <a:off x="6967220" y="2951480"/>
              <a:ext cx="40640" cy="40640"/>
            </a:xfrm>
            <a:prstGeom prst="ellipse">
              <a:avLst/>
            </a:prstGeom>
            <a:solidFill>
              <a:srgbClr val="8C8C8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zh_038">
              <a:extLst>
                <a:ext uri="{FF2B5EF4-FFF2-40B4-BE49-F238E27FC236}">
                  <a16:creationId xmlns:a16="http://schemas.microsoft.com/office/drawing/2014/main" id="{24857679-E313-BE5C-37F7-960B4B981356}"/>
                </a:ext>
              </a:extLst>
            </p:cNvPr>
            <p:cNvSpPr/>
            <p:nvPr/>
          </p:nvSpPr>
          <p:spPr>
            <a:xfrm>
              <a:off x="6936740" y="3027680"/>
              <a:ext cx="40640" cy="40640"/>
            </a:xfrm>
            <a:prstGeom prst="ellipse">
              <a:avLst/>
            </a:prstGeom>
            <a:solidFill>
              <a:srgbClr val="8C8C8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2" name="zh_039">
              <a:extLst>
                <a:ext uri="{FF2B5EF4-FFF2-40B4-BE49-F238E27FC236}">
                  <a16:creationId xmlns:a16="http://schemas.microsoft.com/office/drawing/2014/main" id="{FD4464C0-724E-DBE0-D763-BD417C60A82A}"/>
                </a:ext>
              </a:extLst>
            </p:cNvPr>
            <p:cNvSpPr/>
            <p:nvPr/>
          </p:nvSpPr>
          <p:spPr>
            <a:xfrm>
              <a:off x="6967220" y="3103880"/>
              <a:ext cx="40640" cy="40640"/>
            </a:xfrm>
            <a:prstGeom prst="ellipse">
              <a:avLst/>
            </a:prstGeom>
            <a:solidFill>
              <a:srgbClr val="8C8C8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3" name="zh_040">
              <a:extLst>
                <a:ext uri="{FF2B5EF4-FFF2-40B4-BE49-F238E27FC236}">
                  <a16:creationId xmlns:a16="http://schemas.microsoft.com/office/drawing/2014/main" id="{4CC895C9-3355-8B1C-A7D7-319B296350C1}"/>
                </a:ext>
              </a:extLst>
            </p:cNvPr>
            <p:cNvSpPr/>
            <p:nvPr/>
          </p:nvSpPr>
          <p:spPr>
            <a:xfrm>
              <a:off x="6936740" y="3180080"/>
              <a:ext cx="40640" cy="40640"/>
            </a:xfrm>
            <a:prstGeom prst="ellipse">
              <a:avLst/>
            </a:prstGeom>
            <a:solidFill>
              <a:srgbClr val="8C8C8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4" name="zh_041">
              <a:extLst>
                <a:ext uri="{FF2B5EF4-FFF2-40B4-BE49-F238E27FC236}">
                  <a16:creationId xmlns:a16="http://schemas.microsoft.com/office/drawing/2014/main" id="{7CB6E249-DE98-0A81-2962-FA1139B4F980}"/>
                </a:ext>
              </a:extLst>
            </p:cNvPr>
            <p:cNvSpPr/>
            <p:nvPr/>
          </p:nvSpPr>
          <p:spPr>
            <a:xfrm>
              <a:off x="6967220" y="3256280"/>
              <a:ext cx="40640" cy="40640"/>
            </a:xfrm>
            <a:prstGeom prst="ellipse">
              <a:avLst/>
            </a:prstGeom>
            <a:solidFill>
              <a:srgbClr val="8C8C8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5" name="zh_042">
              <a:extLst>
                <a:ext uri="{FF2B5EF4-FFF2-40B4-BE49-F238E27FC236}">
                  <a16:creationId xmlns:a16="http://schemas.microsoft.com/office/drawing/2014/main" id="{1F565B6F-B341-CD41-96DA-4986F76DF323}"/>
                </a:ext>
              </a:extLst>
            </p:cNvPr>
            <p:cNvSpPr/>
            <p:nvPr/>
          </p:nvSpPr>
          <p:spPr>
            <a:xfrm>
              <a:off x="6936740" y="3332480"/>
              <a:ext cx="40640" cy="40640"/>
            </a:xfrm>
            <a:prstGeom prst="ellipse">
              <a:avLst/>
            </a:prstGeom>
            <a:solidFill>
              <a:srgbClr val="8C8C8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zh_043">
              <a:extLst>
                <a:ext uri="{FF2B5EF4-FFF2-40B4-BE49-F238E27FC236}">
                  <a16:creationId xmlns:a16="http://schemas.microsoft.com/office/drawing/2014/main" id="{EE80623D-8E68-4898-20BA-930ACF802EB7}"/>
                </a:ext>
              </a:extLst>
            </p:cNvPr>
            <p:cNvSpPr/>
            <p:nvPr/>
          </p:nvSpPr>
          <p:spPr>
            <a:xfrm>
              <a:off x="6967220" y="3408680"/>
              <a:ext cx="40640" cy="40640"/>
            </a:xfrm>
            <a:prstGeom prst="ellipse">
              <a:avLst/>
            </a:prstGeom>
            <a:solidFill>
              <a:srgbClr val="8C8C8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7" name="zh_044">
              <a:extLst>
                <a:ext uri="{FF2B5EF4-FFF2-40B4-BE49-F238E27FC236}">
                  <a16:creationId xmlns:a16="http://schemas.microsoft.com/office/drawing/2014/main" id="{EA9977CF-F03F-E781-284E-027B86CC5B5B}"/>
                </a:ext>
              </a:extLst>
            </p:cNvPr>
            <p:cNvSpPr/>
            <p:nvPr/>
          </p:nvSpPr>
          <p:spPr>
            <a:xfrm>
              <a:off x="6736080" y="3427730"/>
              <a:ext cx="40640" cy="40640"/>
            </a:xfrm>
            <a:prstGeom prst="ellipse">
              <a:avLst/>
            </a:prstGeom>
            <a:solidFill>
              <a:srgbClr val="8C8C8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zh_045">
              <a:extLst>
                <a:ext uri="{FF2B5EF4-FFF2-40B4-BE49-F238E27FC236}">
                  <a16:creationId xmlns:a16="http://schemas.microsoft.com/office/drawing/2014/main" id="{FC8324AE-A20F-F829-7F09-A83300AF1E63}"/>
                </a:ext>
              </a:extLst>
            </p:cNvPr>
            <p:cNvSpPr/>
            <p:nvPr/>
          </p:nvSpPr>
          <p:spPr>
            <a:xfrm>
              <a:off x="6824980" y="3408680"/>
              <a:ext cx="40640" cy="40640"/>
            </a:xfrm>
            <a:prstGeom prst="ellipse">
              <a:avLst/>
            </a:prstGeom>
            <a:solidFill>
              <a:srgbClr val="8C8C8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zh_046">
              <a:extLst>
                <a:ext uri="{FF2B5EF4-FFF2-40B4-BE49-F238E27FC236}">
                  <a16:creationId xmlns:a16="http://schemas.microsoft.com/office/drawing/2014/main" id="{413D3E29-B5FE-F353-F08D-4550A14C0346}"/>
                </a:ext>
              </a:extLst>
            </p:cNvPr>
            <p:cNvSpPr/>
            <p:nvPr/>
          </p:nvSpPr>
          <p:spPr>
            <a:xfrm>
              <a:off x="6913880" y="3427730"/>
              <a:ext cx="40640" cy="40640"/>
            </a:xfrm>
            <a:prstGeom prst="ellipse">
              <a:avLst/>
            </a:prstGeom>
            <a:solidFill>
              <a:srgbClr val="8C8C8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zh_047">
              <a:extLst>
                <a:ext uri="{FF2B5EF4-FFF2-40B4-BE49-F238E27FC236}">
                  <a16:creationId xmlns:a16="http://schemas.microsoft.com/office/drawing/2014/main" id="{3015CFDF-41C3-CED4-4ADB-B323B50360EB}"/>
                </a:ext>
              </a:extLst>
            </p:cNvPr>
            <p:cNvSpPr/>
            <p:nvPr/>
          </p:nvSpPr>
          <p:spPr>
            <a:xfrm>
              <a:off x="7002780" y="3427730"/>
              <a:ext cx="40640" cy="40640"/>
            </a:xfrm>
            <a:prstGeom prst="ellipse">
              <a:avLst/>
            </a:prstGeom>
            <a:solidFill>
              <a:srgbClr val="8C8C8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zh_048">
              <a:extLst>
                <a:ext uri="{FF2B5EF4-FFF2-40B4-BE49-F238E27FC236}">
                  <a16:creationId xmlns:a16="http://schemas.microsoft.com/office/drawing/2014/main" id="{F486D116-3E40-DF12-8C17-978948F51DB1}"/>
                </a:ext>
              </a:extLst>
            </p:cNvPr>
            <p:cNvSpPr/>
            <p:nvPr/>
          </p:nvSpPr>
          <p:spPr>
            <a:xfrm>
              <a:off x="7091680" y="3408680"/>
              <a:ext cx="40640" cy="40640"/>
            </a:xfrm>
            <a:prstGeom prst="ellipse">
              <a:avLst/>
            </a:prstGeom>
            <a:solidFill>
              <a:srgbClr val="8C8C8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2" name="zh_049">
              <a:extLst>
                <a:ext uri="{FF2B5EF4-FFF2-40B4-BE49-F238E27FC236}">
                  <a16:creationId xmlns:a16="http://schemas.microsoft.com/office/drawing/2014/main" id="{1D0883CE-5E62-F9D4-7AC4-1397791724CE}"/>
                </a:ext>
              </a:extLst>
            </p:cNvPr>
            <p:cNvSpPr/>
            <p:nvPr/>
          </p:nvSpPr>
          <p:spPr>
            <a:xfrm>
              <a:off x="7180580" y="3427730"/>
              <a:ext cx="40640" cy="40640"/>
            </a:xfrm>
            <a:prstGeom prst="ellipse">
              <a:avLst/>
            </a:prstGeom>
            <a:solidFill>
              <a:srgbClr val="8C8C8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3" name="zh_050">
              <a:extLst>
                <a:ext uri="{FF2B5EF4-FFF2-40B4-BE49-F238E27FC236}">
                  <a16:creationId xmlns:a16="http://schemas.microsoft.com/office/drawing/2014/main" id="{A1BAA332-7531-26E4-F22D-B4F8F832C926}"/>
                </a:ext>
              </a:extLst>
            </p:cNvPr>
            <p:cNvSpPr/>
            <p:nvPr/>
          </p:nvSpPr>
          <p:spPr>
            <a:xfrm>
              <a:off x="7269480" y="3427730"/>
              <a:ext cx="40640" cy="40640"/>
            </a:xfrm>
            <a:prstGeom prst="ellipse">
              <a:avLst/>
            </a:prstGeom>
            <a:solidFill>
              <a:srgbClr val="8C8C8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zh_051">
              <a:extLst>
                <a:ext uri="{FF2B5EF4-FFF2-40B4-BE49-F238E27FC236}">
                  <a16:creationId xmlns:a16="http://schemas.microsoft.com/office/drawing/2014/main" id="{656A3C81-AF03-5EDD-8EAC-5A862083E173}"/>
                </a:ext>
              </a:extLst>
            </p:cNvPr>
            <p:cNvSpPr/>
            <p:nvPr/>
          </p:nvSpPr>
          <p:spPr>
            <a:xfrm>
              <a:off x="7358380" y="3408680"/>
              <a:ext cx="40640" cy="40640"/>
            </a:xfrm>
            <a:prstGeom prst="ellipse">
              <a:avLst/>
            </a:prstGeom>
            <a:solidFill>
              <a:srgbClr val="8C8C8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zh_052">
              <a:extLst>
                <a:ext uri="{FF2B5EF4-FFF2-40B4-BE49-F238E27FC236}">
                  <a16:creationId xmlns:a16="http://schemas.microsoft.com/office/drawing/2014/main" id="{A1459B73-85DB-BDB8-54DD-7B627E36E1D2}"/>
                </a:ext>
              </a:extLst>
            </p:cNvPr>
            <p:cNvSpPr/>
            <p:nvPr/>
          </p:nvSpPr>
          <p:spPr>
            <a:xfrm>
              <a:off x="7447280" y="3427730"/>
              <a:ext cx="40640" cy="40640"/>
            </a:xfrm>
            <a:prstGeom prst="ellipse">
              <a:avLst/>
            </a:prstGeom>
            <a:solidFill>
              <a:srgbClr val="8C8C8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zh_053">
              <a:extLst>
                <a:ext uri="{FF2B5EF4-FFF2-40B4-BE49-F238E27FC236}">
                  <a16:creationId xmlns:a16="http://schemas.microsoft.com/office/drawing/2014/main" id="{300F6030-770C-0C58-593B-FDCEF21FFE68}"/>
                </a:ext>
              </a:extLst>
            </p:cNvPr>
            <p:cNvSpPr/>
            <p:nvPr/>
          </p:nvSpPr>
          <p:spPr>
            <a:xfrm>
              <a:off x="7536180" y="3427730"/>
              <a:ext cx="40640" cy="40640"/>
            </a:xfrm>
            <a:prstGeom prst="ellipse">
              <a:avLst/>
            </a:prstGeom>
            <a:solidFill>
              <a:srgbClr val="8C8C8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zh_054">
              <a:extLst>
                <a:ext uri="{FF2B5EF4-FFF2-40B4-BE49-F238E27FC236}">
                  <a16:creationId xmlns:a16="http://schemas.microsoft.com/office/drawing/2014/main" id="{C1D9D6D8-7C38-0163-000D-CCE7C36D78D6}"/>
                </a:ext>
              </a:extLst>
            </p:cNvPr>
            <p:cNvSpPr/>
            <p:nvPr/>
          </p:nvSpPr>
          <p:spPr>
            <a:xfrm>
              <a:off x="7625080" y="3408680"/>
              <a:ext cx="40640" cy="40640"/>
            </a:xfrm>
            <a:prstGeom prst="ellipse">
              <a:avLst/>
            </a:prstGeom>
            <a:solidFill>
              <a:srgbClr val="8C8C8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zh_055">
              <a:extLst>
                <a:ext uri="{FF2B5EF4-FFF2-40B4-BE49-F238E27FC236}">
                  <a16:creationId xmlns:a16="http://schemas.microsoft.com/office/drawing/2014/main" id="{3F297DE5-488C-F988-5586-8C51A0BD90DD}"/>
                </a:ext>
              </a:extLst>
            </p:cNvPr>
            <p:cNvSpPr/>
            <p:nvPr/>
          </p:nvSpPr>
          <p:spPr>
            <a:xfrm>
              <a:off x="7713980" y="3427730"/>
              <a:ext cx="40640" cy="40640"/>
            </a:xfrm>
            <a:prstGeom prst="ellipse">
              <a:avLst/>
            </a:prstGeom>
            <a:solidFill>
              <a:srgbClr val="8C8C8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" name="zh_056">
              <a:extLst>
                <a:ext uri="{FF2B5EF4-FFF2-40B4-BE49-F238E27FC236}">
                  <a16:creationId xmlns:a16="http://schemas.microsoft.com/office/drawing/2014/main" id="{08410A93-25A5-30D6-3F7F-875138389E69}"/>
                </a:ext>
              </a:extLst>
            </p:cNvPr>
            <p:cNvSpPr/>
            <p:nvPr/>
          </p:nvSpPr>
          <p:spPr>
            <a:xfrm>
              <a:off x="7802880" y="3427730"/>
              <a:ext cx="40640" cy="40640"/>
            </a:xfrm>
            <a:prstGeom prst="ellipse">
              <a:avLst/>
            </a:prstGeom>
            <a:solidFill>
              <a:srgbClr val="8C8C8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1" name="zh_057">
              <a:extLst>
                <a:ext uri="{FF2B5EF4-FFF2-40B4-BE49-F238E27FC236}">
                  <a16:creationId xmlns:a16="http://schemas.microsoft.com/office/drawing/2014/main" id="{BF6353C4-319D-2C89-8E7F-EC80815A93D8}"/>
                </a:ext>
              </a:extLst>
            </p:cNvPr>
            <p:cNvSpPr/>
            <p:nvPr/>
          </p:nvSpPr>
          <p:spPr>
            <a:xfrm>
              <a:off x="7891780" y="3408680"/>
              <a:ext cx="40640" cy="40640"/>
            </a:xfrm>
            <a:prstGeom prst="ellipse">
              <a:avLst/>
            </a:prstGeom>
            <a:solidFill>
              <a:srgbClr val="8C8C8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2" name="zh_058">
              <a:extLst>
                <a:ext uri="{FF2B5EF4-FFF2-40B4-BE49-F238E27FC236}">
                  <a16:creationId xmlns:a16="http://schemas.microsoft.com/office/drawing/2014/main" id="{478B502A-AE3E-E046-001E-361313AD6360}"/>
                </a:ext>
              </a:extLst>
            </p:cNvPr>
            <p:cNvSpPr/>
            <p:nvPr/>
          </p:nvSpPr>
          <p:spPr>
            <a:xfrm>
              <a:off x="7980680" y="3427730"/>
              <a:ext cx="40640" cy="40640"/>
            </a:xfrm>
            <a:prstGeom prst="ellipse">
              <a:avLst/>
            </a:prstGeom>
            <a:solidFill>
              <a:srgbClr val="8C8C8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3" name="zh_059">
              <a:extLst>
                <a:ext uri="{FF2B5EF4-FFF2-40B4-BE49-F238E27FC236}">
                  <a16:creationId xmlns:a16="http://schemas.microsoft.com/office/drawing/2014/main" id="{3FB8E7A5-427A-998F-F5D9-157AC090081D}"/>
                </a:ext>
              </a:extLst>
            </p:cNvPr>
            <p:cNvSpPr/>
            <p:nvPr/>
          </p:nvSpPr>
          <p:spPr>
            <a:xfrm>
              <a:off x="8069580" y="3427730"/>
              <a:ext cx="40640" cy="40640"/>
            </a:xfrm>
            <a:prstGeom prst="ellipse">
              <a:avLst/>
            </a:prstGeom>
            <a:solidFill>
              <a:srgbClr val="8C8C8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4" name="zh_060">
              <a:extLst>
                <a:ext uri="{FF2B5EF4-FFF2-40B4-BE49-F238E27FC236}">
                  <a16:creationId xmlns:a16="http://schemas.microsoft.com/office/drawing/2014/main" id="{73B3CABD-24C6-9F70-9E31-D5CF6794C953}"/>
                </a:ext>
              </a:extLst>
            </p:cNvPr>
            <p:cNvSpPr/>
            <p:nvPr/>
          </p:nvSpPr>
          <p:spPr>
            <a:xfrm>
              <a:off x="8158480" y="3408680"/>
              <a:ext cx="40640" cy="40640"/>
            </a:xfrm>
            <a:prstGeom prst="ellipse">
              <a:avLst/>
            </a:prstGeom>
            <a:solidFill>
              <a:srgbClr val="8C8C8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5" name="zh_061">
              <a:extLst>
                <a:ext uri="{FF2B5EF4-FFF2-40B4-BE49-F238E27FC236}">
                  <a16:creationId xmlns:a16="http://schemas.microsoft.com/office/drawing/2014/main" id="{079DA984-AC6F-AA04-9EF5-F13DFB4300EE}"/>
                </a:ext>
              </a:extLst>
            </p:cNvPr>
            <p:cNvSpPr/>
            <p:nvPr/>
          </p:nvSpPr>
          <p:spPr>
            <a:xfrm>
              <a:off x="8247380" y="3427730"/>
              <a:ext cx="40640" cy="40640"/>
            </a:xfrm>
            <a:prstGeom prst="ellipse">
              <a:avLst/>
            </a:prstGeom>
            <a:solidFill>
              <a:srgbClr val="8C8C8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6" name="zh_062">
              <a:extLst>
                <a:ext uri="{FF2B5EF4-FFF2-40B4-BE49-F238E27FC236}">
                  <a16:creationId xmlns:a16="http://schemas.microsoft.com/office/drawing/2014/main" id="{59BD6329-B32E-57F8-B0DF-ADA730D9C2AE}"/>
                </a:ext>
              </a:extLst>
            </p:cNvPr>
            <p:cNvSpPr/>
            <p:nvPr/>
          </p:nvSpPr>
          <p:spPr>
            <a:xfrm>
              <a:off x="8336280" y="3427730"/>
              <a:ext cx="40640" cy="40640"/>
            </a:xfrm>
            <a:prstGeom prst="ellipse">
              <a:avLst/>
            </a:prstGeom>
            <a:solidFill>
              <a:srgbClr val="8C8C8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7" name="zh_063">
              <a:extLst>
                <a:ext uri="{FF2B5EF4-FFF2-40B4-BE49-F238E27FC236}">
                  <a16:creationId xmlns:a16="http://schemas.microsoft.com/office/drawing/2014/main" id="{ABC92AE8-6F2D-F017-C900-188504907E6F}"/>
                </a:ext>
              </a:extLst>
            </p:cNvPr>
            <p:cNvSpPr/>
            <p:nvPr/>
          </p:nvSpPr>
          <p:spPr>
            <a:xfrm>
              <a:off x="6972300" y="2889250"/>
              <a:ext cx="1447801" cy="287868"/>
            </a:xfrm>
            <a:custGeom>
              <a:avLst/>
              <a:gdLst/>
              <a:ahLst/>
              <a:cxnLst/>
              <a:rect l="0" t="0" r="0" b="0"/>
              <a:pathLst>
                <a:path w="1447801" h="287868">
                  <a:moveTo>
                    <a:pt x="0" y="0"/>
                  </a:moveTo>
                  <a:cubicBezTo>
                    <a:pt x="465667" y="275167"/>
                    <a:pt x="948267" y="287867"/>
                    <a:pt x="1447800" y="38100"/>
                  </a:cubicBezTo>
                </a:path>
              </a:pathLst>
            </a:custGeom>
            <a:ln w="12700">
              <a:solidFill>
                <a:srgbClr val="BFBFBF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8" name="zh_064">
              <a:extLst>
                <a:ext uri="{FF2B5EF4-FFF2-40B4-BE49-F238E27FC236}">
                  <a16:creationId xmlns:a16="http://schemas.microsoft.com/office/drawing/2014/main" id="{8BF970DC-5844-37A8-6ED0-6C947E11A5FA}"/>
                </a:ext>
              </a:extLst>
            </p:cNvPr>
            <p:cNvSpPr/>
            <p:nvPr/>
          </p:nvSpPr>
          <p:spPr>
            <a:xfrm>
              <a:off x="7320280" y="3019244"/>
              <a:ext cx="66040" cy="66040"/>
            </a:xfrm>
            <a:prstGeom prst="ellipse">
              <a:avLst/>
            </a:prstGeom>
            <a:solidFill>
              <a:srgbClr val="00B05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9" name="zh_065">
              <a:extLst>
                <a:ext uri="{FF2B5EF4-FFF2-40B4-BE49-F238E27FC236}">
                  <a16:creationId xmlns:a16="http://schemas.microsoft.com/office/drawing/2014/main" id="{07F4B937-C0BB-BA21-9C6E-E4D9930A393E}"/>
                </a:ext>
              </a:extLst>
            </p:cNvPr>
            <p:cNvSpPr/>
            <p:nvPr/>
          </p:nvSpPr>
          <p:spPr>
            <a:xfrm>
              <a:off x="7485380" y="3055947"/>
              <a:ext cx="66040" cy="66040"/>
            </a:xfrm>
            <a:prstGeom prst="ellipse">
              <a:avLst/>
            </a:prstGeom>
            <a:solidFill>
              <a:srgbClr val="00B05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0" name="zh_066">
              <a:extLst>
                <a:ext uri="{FF2B5EF4-FFF2-40B4-BE49-F238E27FC236}">
                  <a16:creationId xmlns:a16="http://schemas.microsoft.com/office/drawing/2014/main" id="{1F2921B9-59E3-E5AC-7754-E544ED169991}"/>
                </a:ext>
              </a:extLst>
            </p:cNvPr>
            <p:cNvSpPr/>
            <p:nvPr/>
          </p:nvSpPr>
          <p:spPr>
            <a:xfrm>
              <a:off x="7650480" y="3072130"/>
              <a:ext cx="66040" cy="66040"/>
            </a:xfrm>
            <a:prstGeom prst="ellipse">
              <a:avLst/>
            </a:prstGeom>
            <a:solidFill>
              <a:srgbClr val="00B05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1" name="zh_067">
              <a:extLst>
                <a:ext uri="{FF2B5EF4-FFF2-40B4-BE49-F238E27FC236}">
                  <a16:creationId xmlns:a16="http://schemas.microsoft.com/office/drawing/2014/main" id="{5A762960-E4DB-30B0-F4A4-E1AC923A6551}"/>
                </a:ext>
              </a:extLst>
            </p:cNvPr>
            <p:cNvSpPr/>
            <p:nvPr/>
          </p:nvSpPr>
          <p:spPr>
            <a:xfrm>
              <a:off x="7815580" y="3067793"/>
              <a:ext cx="66040" cy="66040"/>
            </a:xfrm>
            <a:prstGeom prst="ellipse">
              <a:avLst/>
            </a:prstGeom>
            <a:solidFill>
              <a:srgbClr val="00B05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2" name="zh_068">
              <a:extLst>
                <a:ext uri="{FF2B5EF4-FFF2-40B4-BE49-F238E27FC236}">
                  <a16:creationId xmlns:a16="http://schemas.microsoft.com/office/drawing/2014/main" id="{CED03EFC-6304-9A37-D301-D37036F1689B}"/>
                </a:ext>
              </a:extLst>
            </p:cNvPr>
            <p:cNvSpPr/>
            <p:nvPr/>
          </p:nvSpPr>
          <p:spPr>
            <a:xfrm>
              <a:off x="7980680" y="3042937"/>
              <a:ext cx="66040" cy="66040"/>
            </a:xfrm>
            <a:prstGeom prst="ellipse">
              <a:avLst/>
            </a:prstGeom>
            <a:solidFill>
              <a:srgbClr val="00B05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3" name="zh_069">
              <a:extLst>
                <a:ext uri="{FF2B5EF4-FFF2-40B4-BE49-F238E27FC236}">
                  <a16:creationId xmlns:a16="http://schemas.microsoft.com/office/drawing/2014/main" id="{7E7E7EF9-EB99-7BEB-5B4D-E32AC75BCFE1}"/>
                </a:ext>
              </a:extLst>
            </p:cNvPr>
            <p:cNvSpPr/>
            <p:nvPr/>
          </p:nvSpPr>
          <p:spPr>
            <a:xfrm>
              <a:off x="8145780" y="2997560"/>
              <a:ext cx="66040" cy="66040"/>
            </a:xfrm>
            <a:prstGeom prst="ellipse">
              <a:avLst/>
            </a:prstGeom>
            <a:solidFill>
              <a:srgbClr val="00B05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4" name="zh_070">
              <a:extLst>
                <a:ext uri="{FF2B5EF4-FFF2-40B4-BE49-F238E27FC236}">
                  <a16:creationId xmlns:a16="http://schemas.microsoft.com/office/drawing/2014/main" id="{558483A4-6DDA-ED45-0D0D-4C3C79B0D9B9}"/>
                </a:ext>
              </a:extLst>
            </p:cNvPr>
            <p:cNvSpPr/>
            <p:nvPr/>
          </p:nvSpPr>
          <p:spPr>
            <a:xfrm>
              <a:off x="8310880" y="2931664"/>
              <a:ext cx="66040" cy="66040"/>
            </a:xfrm>
            <a:prstGeom prst="ellipse">
              <a:avLst/>
            </a:prstGeom>
            <a:solidFill>
              <a:srgbClr val="00B05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5" name="zh_071">
              <a:extLst>
                <a:ext uri="{FF2B5EF4-FFF2-40B4-BE49-F238E27FC236}">
                  <a16:creationId xmlns:a16="http://schemas.microsoft.com/office/drawing/2014/main" id="{F25E9799-8EAD-E13D-8A7D-EFE47C34C1D0}"/>
                </a:ext>
              </a:extLst>
            </p:cNvPr>
            <p:cNvSpPr txBox="1"/>
            <p:nvPr/>
          </p:nvSpPr>
          <p:spPr>
            <a:xfrm>
              <a:off x="6997700" y="2854505"/>
              <a:ext cx="152400" cy="1778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lang="en-US" altLang="zh-CN" sz="1000" b="1">
                  <a:solidFill>
                    <a:srgbClr val="FFA5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×</a:t>
              </a:r>
              <a:endParaRPr lang="zh-CN" altLang="en-US" sz="1000" b="1">
                <a:solidFill>
                  <a:srgbClr val="FFA500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76" name="zh_072">
              <a:extLst>
                <a:ext uri="{FF2B5EF4-FFF2-40B4-BE49-F238E27FC236}">
                  <a16:creationId xmlns:a16="http://schemas.microsoft.com/office/drawing/2014/main" id="{314B95F9-7F61-C3C3-8A9F-E4357814B55F}"/>
                </a:ext>
              </a:extLst>
            </p:cNvPr>
            <p:cNvSpPr txBox="1"/>
            <p:nvPr/>
          </p:nvSpPr>
          <p:spPr>
            <a:xfrm>
              <a:off x="7124700" y="2911272"/>
              <a:ext cx="152400" cy="1778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lang="en-US" altLang="zh-CN" sz="1000" b="1">
                  <a:solidFill>
                    <a:srgbClr val="FFA5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×</a:t>
              </a:r>
              <a:endParaRPr lang="zh-CN" altLang="en-US" sz="1000" b="1">
                <a:solidFill>
                  <a:srgbClr val="FFA500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77" name="zh_073">
              <a:extLst>
                <a:ext uri="{FF2B5EF4-FFF2-40B4-BE49-F238E27FC236}">
                  <a16:creationId xmlns:a16="http://schemas.microsoft.com/office/drawing/2014/main" id="{D21EBABE-C01B-1C30-E9F3-7A39B23D11D7}"/>
                </a:ext>
              </a:extLst>
            </p:cNvPr>
            <p:cNvSpPr/>
            <p:nvPr/>
          </p:nvSpPr>
          <p:spPr>
            <a:xfrm>
              <a:off x="2336800" y="3270250"/>
              <a:ext cx="152400" cy="152400"/>
            </a:xfrm>
            <a:prstGeom prst="rightArrow">
              <a:avLst/>
            </a:prstGeom>
            <a:solidFill>
              <a:srgbClr val="8E7CC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8" name="zh_074">
              <a:extLst>
                <a:ext uri="{FF2B5EF4-FFF2-40B4-BE49-F238E27FC236}">
                  <a16:creationId xmlns:a16="http://schemas.microsoft.com/office/drawing/2014/main" id="{7C6FEE3A-5296-A4C2-15AC-58F3F1821135}"/>
                </a:ext>
              </a:extLst>
            </p:cNvPr>
            <p:cNvSpPr/>
            <p:nvPr/>
          </p:nvSpPr>
          <p:spPr>
            <a:xfrm>
              <a:off x="4394200" y="3270250"/>
              <a:ext cx="152400" cy="152400"/>
            </a:xfrm>
            <a:prstGeom prst="rightArrow">
              <a:avLst/>
            </a:prstGeom>
            <a:solidFill>
              <a:srgbClr val="8E7CC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9" name="zh_075">
              <a:extLst>
                <a:ext uri="{FF2B5EF4-FFF2-40B4-BE49-F238E27FC236}">
                  <a16:creationId xmlns:a16="http://schemas.microsoft.com/office/drawing/2014/main" id="{9155E73C-B20B-EF98-D062-E79AB20F5CA2}"/>
                </a:ext>
              </a:extLst>
            </p:cNvPr>
            <p:cNvSpPr/>
            <p:nvPr/>
          </p:nvSpPr>
          <p:spPr>
            <a:xfrm>
              <a:off x="6451600" y="3270250"/>
              <a:ext cx="152400" cy="152400"/>
            </a:xfrm>
            <a:prstGeom prst="rightArrow">
              <a:avLst/>
            </a:prstGeom>
            <a:solidFill>
              <a:srgbClr val="8E7CC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0" name="zh_076">
              <a:extLst>
                <a:ext uri="{FF2B5EF4-FFF2-40B4-BE49-F238E27FC236}">
                  <a16:creationId xmlns:a16="http://schemas.microsoft.com/office/drawing/2014/main" id="{CD96655F-66EC-ECA3-7B0C-0DC7892C9DA7}"/>
                </a:ext>
              </a:extLst>
            </p:cNvPr>
            <p:cNvSpPr/>
            <p:nvPr/>
          </p:nvSpPr>
          <p:spPr>
            <a:xfrm>
              <a:off x="8559800" y="3181350"/>
              <a:ext cx="330200" cy="279400"/>
            </a:xfrm>
            <a:prstGeom prst="rightArrow">
              <a:avLst/>
            </a:prstGeom>
            <a:solidFill>
              <a:srgbClr val="8E7CC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1" name="zh_077">
              <a:extLst>
                <a:ext uri="{FF2B5EF4-FFF2-40B4-BE49-F238E27FC236}">
                  <a16:creationId xmlns:a16="http://schemas.microsoft.com/office/drawing/2014/main" id="{E4974A78-79C4-2DDF-9BE6-121C6B88D193}"/>
                </a:ext>
              </a:extLst>
            </p:cNvPr>
            <p:cNvSpPr/>
            <p:nvPr/>
          </p:nvSpPr>
          <p:spPr>
            <a:xfrm>
              <a:off x="8978900" y="2673350"/>
              <a:ext cx="2286000" cy="13462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2" name="zh_078">
              <a:extLst>
                <a:ext uri="{FF2B5EF4-FFF2-40B4-BE49-F238E27FC236}">
                  <a16:creationId xmlns:a16="http://schemas.microsoft.com/office/drawing/2014/main" id="{A488088A-7C85-2A81-F57C-1380FB156ED6}"/>
                </a:ext>
              </a:extLst>
            </p:cNvPr>
            <p:cNvSpPr txBox="1"/>
            <p:nvPr/>
          </p:nvSpPr>
          <p:spPr>
            <a:xfrm>
              <a:off x="8978900" y="3511550"/>
              <a:ext cx="2286000" cy="2286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lang="zh-CN" altLang="en-US" sz="13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补充锚点进入锚点层</a:t>
              </a:r>
            </a:p>
          </p:txBody>
        </p:sp>
        <p:sp>
          <p:nvSpPr>
            <p:cNvPr id="183" name="zh_079">
              <a:extLst>
                <a:ext uri="{FF2B5EF4-FFF2-40B4-BE49-F238E27FC236}">
                  <a16:creationId xmlns:a16="http://schemas.microsoft.com/office/drawing/2014/main" id="{D6B0374C-DD2F-F926-955C-2AF91D2A7ECD}"/>
                </a:ext>
              </a:extLst>
            </p:cNvPr>
            <p:cNvSpPr txBox="1"/>
            <p:nvPr/>
          </p:nvSpPr>
          <p:spPr>
            <a:xfrm>
              <a:off x="8978900" y="3765550"/>
              <a:ext cx="2286000" cy="2286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lang="zh-CN" altLang="en-US" sz="12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𝑃</a:t>
              </a:r>
              <a:r>
                <a:rPr lang="en-US" altLang="zh-CN" sz="12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′ = </a:t>
              </a:r>
              <a:r>
                <a:rPr lang="zh-CN" altLang="en-US" sz="12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𝑃 ∪ 𝑃</a:t>
              </a:r>
              <a:r>
                <a:rPr lang="en-US" altLang="zh-CN" sz="1200" baseline="-250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thin</a:t>
              </a:r>
              <a:r>
                <a:rPr lang="zh-CN" altLang="en-US" sz="12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，𝑐</a:t>
              </a:r>
              <a:r>
                <a:rPr lang="zh-CN" altLang="en-US" sz="1200" baseline="-250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𝑣</a:t>
              </a:r>
              <a:r>
                <a:rPr lang="en-US" altLang="zh-CN" sz="12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(</a:t>
              </a:r>
              <a:r>
                <a:rPr lang="zh-CN" altLang="en-US" sz="12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𝑡</a:t>
              </a:r>
              <a:r>
                <a:rPr lang="en-US" altLang="zh-CN" sz="12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) = 0</a:t>
              </a:r>
              <a:endParaRPr lang="zh-CN" altLang="en-US" sz="120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6" name="zh_080">
              <a:extLst>
                <a:ext uri="{FF2B5EF4-FFF2-40B4-BE49-F238E27FC236}">
                  <a16:creationId xmlns:a16="http://schemas.microsoft.com/office/drawing/2014/main" id="{E439D711-DA42-2469-F6F9-3B645115C444}"/>
                </a:ext>
              </a:extLst>
            </p:cNvPr>
            <p:cNvSpPr/>
            <p:nvPr/>
          </p:nvSpPr>
          <p:spPr>
            <a:xfrm>
              <a:off x="9301480" y="2862580"/>
              <a:ext cx="66040" cy="66040"/>
            </a:xfrm>
            <a:prstGeom prst="rect">
              <a:avLst/>
            </a:prstGeom>
            <a:solidFill>
              <a:srgbClr val="A6A6A6"/>
            </a:solidFill>
            <a:ln w="6350"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9" name="zh_081">
              <a:extLst>
                <a:ext uri="{FF2B5EF4-FFF2-40B4-BE49-F238E27FC236}">
                  <a16:creationId xmlns:a16="http://schemas.microsoft.com/office/drawing/2014/main" id="{3D3B5D8D-A347-52EF-EF0C-144C99E32110}"/>
                </a:ext>
              </a:extLst>
            </p:cNvPr>
            <p:cNvSpPr/>
            <p:nvPr/>
          </p:nvSpPr>
          <p:spPr>
            <a:xfrm>
              <a:off x="9301480" y="2964180"/>
              <a:ext cx="66040" cy="66040"/>
            </a:xfrm>
            <a:prstGeom prst="rect">
              <a:avLst/>
            </a:prstGeom>
            <a:solidFill>
              <a:srgbClr val="A6A6A6"/>
            </a:solidFill>
            <a:ln w="6350"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0" name="zh_082">
              <a:extLst>
                <a:ext uri="{FF2B5EF4-FFF2-40B4-BE49-F238E27FC236}">
                  <a16:creationId xmlns:a16="http://schemas.microsoft.com/office/drawing/2014/main" id="{D4D8695E-18DD-46A9-2F9A-EBB3653890D4}"/>
                </a:ext>
              </a:extLst>
            </p:cNvPr>
            <p:cNvSpPr/>
            <p:nvPr/>
          </p:nvSpPr>
          <p:spPr>
            <a:xfrm>
              <a:off x="9301480" y="3065780"/>
              <a:ext cx="66040" cy="66040"/>
            </a:xfrm>
            <a:prstGeom prst="rect">
              <a:avLst/>
            </a:prstGeom>
            <a:solidFill>
              <a:srgbClr val="A6A6A6"/>
            </a:solidFill>
            <a:ln w="6350"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1" name="zh_083">
              <a:extLst>
                <a:ext uri="{FF2B5EF4-FFF2-40B4-BE49-F238E27FC236}">
                  <a16:creationId xmlns:a16="http://schemas.microsoft.com/office/drawing/2014/main" id="{8C385F9E-0784-B5FD-C9F3-4B7C51ADFE72}"/>
                </a:ext>
              </a:extLst>
            </p:cNvPr>
            <p:cNvSpPr/>
            <p:nvPr/>
          </p:nvSpPr>
          <p:spPr>
            <a:xfrm>
              <a:off x="9301480" y="3167380"/>
              <a:ext cx="66040" cy="66040"/>
            </a:xfrm>
            <a:prstGeom prst="rect">
              <a:avLst/>
            </a:prstGeom>
            <a:solidFill>
              <a:srgbClr val="A6A6A6"/>
            </a:solidFill>
            <a:ln w="6350"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2" name="zh_084">
              <a:extLst>
                <a:ext uri="{FF2B5EF4-FFF2-40B4-BE49-F238E27FC236}">
                  <a16:creationId xmlns:a16="http://schemas.microsoft.com/office/drawing/2014/main" id="{49CEACEA-61B1-4C3F-967A-F2249FEB0250}"/>
                </a:ext>
              </a:extLst>
            </p:cNvPr>
            <p:cNvSpPr/>
            <p:nvPr/>
          </p:nvSpPr>
          <p:spPr>
            <a:xfrm>
              <a:off x="9301480" y="3268980"/>
              <a:ext cx="66040" cy="66040"/>
            </a:xfrm>
            <a:prstGeom prst="rect">
              <a:avLst/>
            </a:prstGeom>
            <a:solidFill>
              <a:srgbClr val="A6A6A6"/>
            </a:solidFill>
            <a:ln w="6350"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3" name="zh_085">
              <a:extLst>
                <a:ext uri="{FF2B5EF4-FFF2-40B4-BE49-F238E27FC236}">
                  <a16:creationId xmlns:a16="http://schemas.microsoft.com/office/drawing/2014/main" id="{E8905D43-2578-5B8C-8AB5-D6BA56105777}"/>
                </a:ext>
              </a:extLst>
            </p:cNvPr>
            <p:cNvSpPr/>
            <p:nvPr/>
          </p:nvSpPr>
          <p:spPr>
            <a:xfrm>
              <a:off x="9301480" y="3370580"/>
              <a:ext cx="66040" cy="66040"/>
            </a:xfrm>
            <a:prstGeom prst="rect">
              <a:avLst/>
            </a:prstGeom>
            <a:solidFill>
              <a:srgbClr val="A6A6A6"/>
            </a:solidFill>
            <a:ln w="6350"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4" name="zh_086">
              <a:extLst>
                <a:ext uri="{FF2B5EF4-FFF2-40B4-BE49-F238E27FC236}">
                  <a16:creationId xmlns:a16="http://schemas.microsoft.com/office/drawing/2014/main" id="{E138C089-C7A9-DBDD-C50F-1ECA24A8E12F}"/>
                </a:ext>
              </a:extLst>
            </p:cNvPr>
            <p:cNvSpPr/>
            <p:nvPr/>
          </p:nvSpPr>
          <p:spPr>
            <a:xfrm>
              <a:off x="9072880" y="3402330"/>
              <a:ext cx="66040" cy="66040"/>
            </a:xfrm>
            <a:prstGeom prst="rect">
              <a:avLst/>
            </a:prstGeom>
            <a:solidFill>
              <a:srgbClr val="A6A6A6"/>
            </a:solidFill>
            <a:ln w="6350"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5" name="zh_087">
              <a:extLst>
                <a:ext uri="{FF2B5EF4-FFF2-40B4-BE49-F238E27FC236}">
                  <a16:creationId xmlns:a16="http://schemas.microsoft.com/office/drawing/2014/main" id="{85A49D24-CCA5-D823-F463-2E7AF2A19607}"/>
                </a:ext>
              </a:extLst>
            </p:cNvPr>
            <p:cNvSpPr/>
            <p:nvPr/>
          </p:nvSpPr>
          <p:spPr>
            <a:xfrm>
              <a:off x="9187180" y="3402330"/>
              <a:ext cx="66040" cy="66040"/>
            </a:xfrm>
            <a:prstGeom prst="rect">
              <a:avLst/>
            </a:prstGeom>
            <a:solidFill>
              <a:srgbClr val="A6A6A6"/>
            </a:solidFill>
            <a:ln w="6350"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6" name="zh_088">
              <a:extLst>
                <a:ext uri="{FF2B5EF4-FFF2-40B4-BE49-F238E27FC236}">
                  <a16:creationId xmlns:a16="http://schemas.microsoft.com/office/drawing/2014/main" id="{78A571BF-855A-0B87-A4EB-B0D16672C6FB}"/>
                </a:ext>
              </a:extLst>
            </p:cNvPr>
            <p:cNvSpPr/>
            <p:nvPr/>
          </p:nvSpPr>
          <p:spPr>
            <a:xfrm>
              <a:off x="9301480" y="3402330"/>
              <a:ext cx="66040" cy="66040"/>
            </a:xfrm>
            <a:prstGeom prst="rect">
              <a:avLst/>
            </a:prstGeom>
            <a:solidFill>
              <a:srgbClr val="A6A6A6"/>
            </a:solidFill>
            <a:ln w="6350"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7" name="zh_089">
              <a:extLst>
                <a:ext uri="{FF2B5EF4-FFF2-40B4-BE49-F238E27FC236}">
                  <a16:creationId xmlns:a16="http://schemas.microsoft.com/office/drawing/2014/main" id="{8C49EE53-6A69-60EC-E970-1D0083096109}"/>
                </a:ext>
              </a:extLst>
            </p:cNvPr>
            <p:cNvSpPr/>
            <p:nvPr/>
          </p:nvSpPr>
          <p:spPr>
            <a:xfrm>
              <a:off x="9415780" y="3402330"/>
              <a:ext cx="66040" cy="66040"/>
            </a:xfrm>
            <a:prstGeom prst="rect">
              <a:avLst/>
            </a:prstGeom>
            <a:solidFill>
              <a:srgbClr val="A6A6A6"/>
            </a:solidFill>
            <a:ln w="6350"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8" name="zh_090">
              <a:extLst>
                <a:ext uri="{FF2B5EF4-FFF2-40B4-BE49-F238E27FC236}">
                  <a16:creationId xmlns:a16="http://schemas.microsoft.com/office/drawing/2014/main" id="{A996F8CA-982C-34EA-2857-15A542F3A89D}"/>
                </a:ext>
              </a:extLst>
            </p:cNvPr>
            <p:cNvSpPr/>
            <p:nvPr/>
          </p:nvSpPr>
          <p:spPr>
            <a:xfrm>
              <a:off x="9530080" y="3402330"/>
              <a:ext cx="66040" cy="66040"/>
            </a:xfrm>
            <a:prstGeom prst="rect">
              <a:avLst/>
            </a:prstGeom>
            <a:solidFill>
              <a:srgbClr val="A6A6A6"/>
            </a:solidFill>
            <a:ln w="6350"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5" name="zh_091">
              <a:extLst>
                <a:ext uri="{FF2B5EF4-FFF2-40B4-BE49-F238E27FC236}">
                  <a16:creationId xmlns:a16="http://schemas.microsoft.com/office/drawing/2014/main" id="{75DE5DA0-93A7-7804-8DEB-042B5179240C}"/>
                </a:ext>
              </a:extLst>
            </p:cNvPr>
            <p:cNvSpPr/>
            <p:nvPr/>
          </p:nvSpPr>
          <p:spPr>
            <a:xfrm>
              <a:off x="9644380" y="3402330"/>
              <a:ext cx="66040" cy="66040"/>
            </a:xfrm>
            <a:prstGeom prst="rect">
              <a:avLst/>
            </a:prstGeom>
            <a:solidFill>
              <a:srgbClr val="A6A6A6"/>
            </a:solidFill>
            <a:ln w="6350"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6" name="zh_092">
              <a:extLst>
                <a:ext uri="{FF2B5EF4-FFF2-40B4-BE49-F238E27FC236}">
                  <a16:creationId xmlns:a16="http://schemas.microsoft.com/office/drawing/2014/main" id="{4783EF52-0F29-AEA4-B4FA-C39F95325BFF}"/>
                </a:ext>
              </a:extLst>
            </p:cNvPr>
            <p:cNvSpPr/>
            <p:nvPr/>
          </p:nvSpPr>
          <p:spPr>
            <a:xfrm>
              <a:off x="9758680" y="3402330"/>
              <a:ext cx="66040" cy="66040"/>
            </a:xfrm>
            <a:prstGeom prst="rect">
              <a:avLst/>
            </a:prstGeom>
            <a:solidFill>
              <a:srgbClr val="A6A6A6"/>
            </a:solidFill>
            <a:ln w="6350"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8" name="zh_093">
              <a:extLst>
                <a:ext uri="{FF2B5EF4-FFF2-40B4-BE49-F238E27FC236}">
                  <a16:creationId xmlns:a16="http://schemas.microsoft.com/office/drawing/2014/main" id="{9B3CF82E-B123-03E5-BA52-24A23EF79610}"/>
                </a:ext>
              </a:extLst>
            </p:cNvPr>
            <p:cNvSpPr/>
            <p:nvPr/>
          </p:nvSpPr>
          <p:spPr>
            <a:xfrm>
              <a:off x="9872980" y="3402330"/>
              <a:ext cx="66040" cy="66040"/>
            </a:xfrm>
            <a:prstGeom prst="rect">
              <a:avLst/>
            </a:prstGeom>
            <a:solidFill>
              <a:srgbClr val="A6A6A6"/>
            </a:solidFill>
            <a:ln w="6350"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0" name="zh_094">
              <a:extLst>
                <a:ext uri="{FF2B5EF4-FFF2-40B4-BE49-F238E27FC236}">
                  <a16:creationId xmlns:a16="http://schemas.microsoft.com/office/drawing/2014/main" id="{A7F0F0F6-74A9-E9E2-4B3C-E8F07B7427F7}"/>
                </a:ext>
              </a:extLst>
            </p:cNvPr>
            <p:cNvSpPr/>
            <p:nvPr/>
          </p:nvSpPr>
          <p:spPr>
            <a:xfrm>
              <a:off x="9987280" y="3402330"/>
              <a:ext cx="66040" cy="66040"/>
            </a:xfrm>
            <a:prstGeom prst="rect">
              <a:avLst/>
            </a:prstGeom>
            <a:solidFill>
              <a:srgbClr val="A6A6A6"/>
            </a:solidFill>
            <a:ln w="6350"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1" name="zh_095">
              <a:extLst>
                <a:ext uri="{FF2B5EF4-FFF2-40B4-BE49-F238E27FC236}">
                  <a16:creationId xmlns:a16="http://schemas.microsoft.com/office/drawing/2014/main" id="{EE0C3429-8678-5112-4A8D-C68D6ED853C3}"/>
                </a:ext>
              </a:extLst>
            </p:cNvPr>
            <p:cNvSpPr/>
            <p:nvPr/>
          </p:nvSpPr>
          <p:spPr>
            <a:xfrm>
              <a:off x="10101580" y="3402330"/>
              <a:ext cx="66040" cy="66040"/>
            </a:xfrm>
            <a:prstGeom prst="rect">
              <a:avLst/>
            </a:prstGeom>
            <a:solidFill>
              <a:srgbClr val="A6A6A6"/>
            </a:solidFill>
            <a:ln w="6350"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2" name="zh_096">
              <a:extLst>
                <a:ext uri="{FF2B5EF4-FFF2-40B4-BE49-F238E27FC236}">
                  <a16:creationId xmlns:a16="http://schemas.microsoft.com/office/drawing/2014/main" id="{BEEC5566-1087-D9C0-08FF-AD6069878A94}"/>
                </a:ext>
              </a:extLst>
            </p:cNvPr>
            <p:cNvSpPr/>
            <p:nvPr/>
          </p:nvSpPr>
          <p:spPr>
            <a:xfrm>
              <a:off x="10215880" y="3402330"/>
              <a:ext cx="66040" cy="66040"/>
            </a:xfrm>
            <a:prstGeom prst="rect">
              <a:avLst/>
            </a:prstGeom>
            <a:solidFill>
              <a:srgbClr val="A6A6A6"/>
            </a:solidFill>
            <a:ln w="6350"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3" name="zh_097">
              <a:extLst>
                <a:ext uri="{FF2B5EF4-FFF2-40B4-BE49-F238E27FC236}">
                  <a16:creationId xmlns:a16="http://schemas.microsoft.com/office/drawing/2014/main" id="{88CEED5D-63D9-B965-6F69-3C5F937DE5AE}"/>
                </a:ext>
              </a:extLst>
            </p:cNvPr>
            <p:cNvSpPr/>
            <p:nvPr/>
          </p:nvSpPr>
          <p:spPr>
            <a:xfrm>
              <a:off x="10330180" y="3402330"/>
              <a:ext cx="66040" cy="66040"/>
            </a:xfrm>
            <a:prstGeom prst="rect">
              <a:avLst/>
            </a:prstGeom>
            <a:solidFill>
              <a:srgbClr val="A6A6A6"/>
            </a:solidFill>
            <a:ln w="6350"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4" name="zh_098">
              <a:extLst>
                <a:ext uri="{FF2B5EF4-FFF2-40B4-BE49-F238E27FC236}">
                  <a16:creationId xmlns:a16="http://schemas.microsoft.com/office/drawing/2014/main" id="{0340B4FC-DD48-6FB6-1A4F-A682A90F84FD}"/>
                </a:ext>
              </a:extLst>
            </p:cNvPr>
            <p:cNvSpPr/>
            <p:nvPr/>
          </p:nvSpPr>
          <p:spPr>
            <a:xfrm>
              <a:off x="10444480" y="3402330"/>
              <a:ext cx="66040" cy="66040"/>
            </a:xfrm>
            <a:prstGeom prst="rect">
              <a:avLst/>
            </a:prstGeom>
            <a:solidFill>
              <a:srgbClr val="A6A6A6"/>
            </a:solidFill>
            <a:ln w="6350"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5" name="zh_099">
              <a:extLst>
                <a:ext uri="{FF2B5EF4-FFF2-40B4-BE49-F238E27FC236}">
                  <a16:creationId xmlns:a16="http://schemas.microsoft.com/office/drawing/2014/main" id="{DD27517B-40FF-F6B7-14CD-C5DBD69B2285}"/>
                </a:ext>
              </a:extLst>
            </p:cNvPr>
            <p:cNvSpPr/>
            <p:nvPr/>
          </p:nvSpPr>
          <p:spPr>
            <a:xfrm>
              <a:off x="10558780" y="3402330"/>
              <a:ext cx="66040" cy="66040"/>
            </a:xfrm>
            <a:prstGeom prst="rect">
              <a:avLst/>
            </a:prstGeom>
            <a:solidFill>
              <a:srgbClr val="A6A6A6"/>
            </a:solidFill>
            <a:ln w="6350"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6" name="zh_100">
              <a:extLst>
                <a:ext uri="{FF2B5EF4-FFF2-40B4-BE49-F238E27FC236}">
                  <a16:creationId xmlns:a16="http://schemas.microsoft.com/office/drawing/2014/main" id="{3E01796C-4CA5-94B0-8705-59652FE380AE}"/>
                </a:ext>
              </a:extLst>
            </p:cNvPr>
            <p:cNvSpPr/>
            <p:nvPr/>
          </p:nvSpPr>
          <p:spPr>
            <a:xfrm>
              <a:off x="10673080" y="3402330"/>
              <a:ext cx="66040" cy="66040"/>
            </a:xfrm>
            <a:prstGeom prst="rect">
              <a:avLst/>
            </a:prstGeom>
            <a:solidFill>
              <a:srgbClr val="A6A6A6"/>
            </a:solidFill>
            <a:ln w="6350"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7" name="zh_101">
              <a:extLst>
                <a:ext uri="{FF2B5EF4-FFF2-40B4-BE49-F238E27FC236}">
                  <a16:creationId xmlns:a16="http://schemas.microsoft.com/office/drawing/2014/main" id="{AEE4D8E1-2BF3-B26B-BB61-3049F332FD81}"/>
                </a:ext>
              </a:extLst>
            </p:cNvPr>
            <p:cNvSpPr/>
            <p:nvPr/>
          </p:nvSpPr>
          <p:spPr>
            <a:xfrm>
              <a:off x="10787380" y="3402330"/>
              <a:ext cx="66040" cy="66040"/>
            </a:xfrm>
            <a:prstGeom prst="rect">
              <a:avLst/>
            </a:prstGeom>
            <a:solidFill>
              <a:srgbClr val="A6A6A6"/>
            </a:solidFill>
            <a:ln w="6350"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2" name="zh_102">
              <a:extLst>
                <a:ext uri="{FF2B5EF4-FFF2-40B4-BE49-F238E27FC236}">
                  <a16:creationId xmlns:a16="http://schemas.microsoft.com/office/drawing/2014/main" id="{3272378F-1E08-3A23-A599-818292C2EF9F}"/>
                </a:ext>
              </a:extLst>
            </p:cNvPr>
            <p:cNvSpPr/>
            <p:nvPr/>
          </p:nvSpPr>
          <p:spPr>
            <a:xfrm>
              <a:off x="10901680" y="3402330"/>
              <a:ext cx="66040" cy="66040"/>
            </a:xfrm>
            <a:prstGeom prst="rect">
              <a:avLst/>
            </a:prstGeom>
            <a:solidFill>
              <a:srgbClr val="A6A6A6"/>
            </a:solidFill>
            <a:ln w="6350"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2" name="zh_103">
              <a:extLst>
                <a:ext uri="{FF2B5EF4-FFF2-40B4-BE49-F238E27FC236}">
                  <a16:creationId xmlns:a16="http://schemas.microsoft.com/office/drawing/2014/main" id="{9B31A67B-0866-C49B-604F-FF52DD171F69}"/>
                </a:ext>
              </a:extLst>
            </p:cNvPr>
            <p:cNvSpPr/>
            <p:nvPr/>
          </p:nvSpPr>
          <p:spPr>
            <a:xfrm>
              <a:off x="11015980" y="3402330"/>
              <a:ext cx="66040" cy="66040"/>
            </a:xfrm>
            <a:prstGeom prst="rect">
              <a:avLst/>
            </a:prstGeom>
            <a:solidFill>
              <a:srgbClr val="A6A6A6"/>
            </a:solidFill>
            <a:ln w="6350"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3" name="zh_104">
              <a:extLst>
                <a:ext uri="{FF2B5EF4-FFF2-40B4-BE49-F238E27FC236}">
                  <a16:creationId xmlns:a16="http://schemas.microsoft.com/office/drawing/2014/main" id="{2E709336-2AA8-FBBC-D781-7D7D63294EF2}"/>
                </a:ext>
              </a:extLst>
            </p:cNvPr>
            <p:cNvSpPr/>
            <p:nvPr/>
          </p:nvSpPr>
          <p:spPr>
            <a:xfrm>
              <a:off x="11130280" y="3402330"/>
              <a:ext cx="66040" cy="66040"/>
            </a:xfrm>
            <a:prstGeom prst="rect">
              <a:avLst/>
            </a:prstGeom>
            <a:solidFill>
              <a:srgbClr val="A6A6A6"/>
            </a:solidFill>
            <a:ln w="6350"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4" name="zh_105">
              <a:extLst>
                <a:ext uri="{FF2B5EF4-FFF2-40B4-BE49-F238E27FC236}">
                  <a16:creationId xmlns:a16="http://schemas.microsoft.com/office/drawing/2014/main" id="{08A704F2-BC61-CA49-CE04-E44E262DD433}"/>
                </a:ext>
              </a:extLst>
            </p:cNvPr>
            <p:cNvSpPr/>
            <p:nvPr/>
          </p:nvSpPr>
          <p:spPr>
            <a:xfrm>
              <a:off x="9423400" y="2908406"/>
              <a:ext cx="76200" cy="76200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rgbClr val="007A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5" name="zh_106">
              <a:extLst>
                <a:ext uri="{FF2B5EF4-FFF2-40B4-BE49-F238E27FC236}">
                  <a16:creationId xmlns:a16="http://schemas.microsoft.com/office/drawing/2014/main" id="{C0FD4552-ACB3-173F-E8C2-E941E5C07305}"/>
                </a:ext>
              </a:extLst>
            </p:cNvPr>
            <p:cNvSpPr/>
            <p:nvPr/>
          </p:nvSpPr>
          <p:spPr>
            <a:xfrm>
              <a:off x="9550400" y="2957612"/>
              <a:ext cx="76200" cy="76200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rgbClr val="007A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6" name="zh_107">
              <a:extLst>
                <a:ext uri="{FF2B5EF4-FFF2-40B4-BE49-F238E27FC236}">
                  <a16:creationId xmlns:a16="http://schemas.microsoft.com/office/drawing/2014/main" id="{CEDD4DC6-C7C8-26BE-28D7-EBDFFBB726F4}"/>
                </a:ext>
              </a:extLst>
            </p:cNvPr>
            <p:cNvSpPr/>
            <p:nvPr/>
          </p:nvSpPr>
          <p:spPr>
            <a:xfrm>
              <a:off x="9677400" y="2998769"/>
              <a:ext cx="76200" cy="76200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rgbClr val="007A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7" name="zh_108">
              <a:extLst>
                <a:ext uri="{FF2B5EF4-FFF2-40B4-BE49-F238E27FC236}">
                  <a16:creationId xmlns:a16="http://schemas.microsoft.com/office/drawing/2014/main" id="{02AE9053-3F82-985B-86A1-EFE76B887A9D}"/>
                </a:ext>
              </a:extLst>
            </p:cNvPr>
            <p:cNvSpPr/>
            <p:nvPr/>
          </p:nvSpPr>
          <p:spPr>
            <a:xfrm>
              <a:off x="9804400" y="3031878"/>
              <a:ext cx="76200" cy="76200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rgbClr val="007A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8" name="zh_109">
              <a:extLst>
                <a:ext uri="{FF2B5EF4-FFF2-40B4-BE49-F238E27FC236}">
                  <a16:creationId xmlns:a16="http://schemas.microsoft.com/office/drawing/2014/main" id="{26F143A9-E069-740E-4096-E45DF43B1F78}"/>
                </a:ext>
              </a:extLst>
            </p:cNvPr>
            <p:cNvSpPr/>
            <p:nvPr/>
          </p:nvSpPr>
          <p:spPr>
            <a:xfrm>
              <a:off x="9931400" y="3056936"/>
              <a:ext cx="76200" cy="76200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rgbClr val="007A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9" name="zh_110">
              <a:extLst>
                <a:ext uri="{FF2B5EF4-FFF2-40B4-BE49-F238E27FC236}">
                  <a16:creationId xmlns:a16="http://schemas.microsoft.com/office/drawing/2014/main" id="{665B8FAD-D03C-C762-DF5B-6957CC02A269}"/>
                </a:ext>
              </a:extLst>
            </p:cNvPr>
            <p:cNvSpPr/>
            <p:nvPr/>
          </p:nvSpPr>
          <p:spPr>
            <a:xfrm>
              <a:off x="10058400" y="3073946"/>
              <a:ext cx="76200" cy="76200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rgbClr val="007A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0" name="zh_111">
              <a:extLst>
                <a:ext uri="{FF2B5EF4-FFF2-40B4-BE49-F238E27FC236}">
                  <a16:creationId xmlns:a16="http://schemas.microsoft.com/office/drawing/2014/main" id="{2D19841B-803B-7F49-7961-3C132A4EE5EB}"/>
                </a:ext>
              </a:extLst>
            </p:cNvPr>
            <p:cNvSpPr/>
            <p:nvPr/>
          </p:nvSpPr>
          <p:spPr>
            <a:xfrm>
              <a:off x="10185400" y="3082907"/>
              <a:ext cx="76200" cy="76200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rgbClr val="007A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1" name="zh_112">
              <a:extLst>
                <a:ext uri="{FF2B5EF4-FFF2-40B4-BE49-F238E27FC236}">
                  <a16:creationId xmlns:a16="http://schemas.microsoft.com/office/drawing/2014/main" id="{4EBFDC6A-5024-532E-40F0-7027E170D581}"/>
                </a:ext>
              </a:extLst>
            </p:cNvPr>
            <p:cNvSpPr/>
            <p:nvPr/>
          </p:nvSpPr>
          <p:spPr>
            <a:xfrm>
              <a:off x="10312400" y="3083818"/>
              <a:ext cx="76200" cy="76200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rgbClr val="007A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2" name="zh_113">
              <a:extLst>
                <a:ext uri="{FF2B5EF4-FFF2-40B4-BE49-F238E27FC236}">
                  <a16:creationId xmlns:a16="http://schemas.microsoft.com/office/drawing/2014/main" id="{B1767DCB-76B4-DB72-9F89-D72EAA29FE7B}"/>
                </a:ext>
              </a:extLst>
            </p:cNvPr>
            <p:cNvSpPr/>
            <p:nvPr/>
          </p:nvSpPr>
          <p:spPr>
            <a:xfrm>
              <a:off x="10439400" y="3076680"/>
              <a:ext cx="76200" cy="76200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rgbClr val="007A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3" name="zh_114">
              <a:extLst>
                <a:ext uri="{FF2B5EF4-FFF2-40B4-BE49-F238E27FC236}">
                  <a16:creationId xmlns:a16="http://schemas.microsoft.com/office/drawing/2014/main" id="{03D8ED4C-450F-B361-8F64-EE2AD6128EE5}"/>
                </a:ext>
              </a:extLst>
            </p:cNvPr>
            <p:cNvSpPr/>
            <p:nvPr/>
          </p:nvSpPr>
          <p:spPr>
            <a:xfrm>
              <a:off x="10566400" y="3061493"/>
              <a:ext cx="76200" cy="76200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rgbClr val="007A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4" name="zh_115">
              <a:extLst>
                <a:ext uri="{FF2B5EF4-FFF2-40B4-BE49-F238E27FC236}">
                  <a16:creationId xmlns:a16="http://schemas.microsoft.com/office/drawing/2014/main" id="{FFECEBA4-CBA7-CE75-43B1-1A53A392D5DC}"/>
                </a:ext>
              </a:extLst>
            </p:cNvPr>
            <p:cNvSpPr/>
            <p:nvPr/>
          </p:nvSpPr>
          <p:spPr>
            <a:xfrm>
              <a:off x="10693400" y="3038257"/>
              <a:ext cx="76200" cy="76200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rgbClr val="007A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5" name="zh_116">
              <a:extLst>
                <a:ext uri="{FF2B5EF4-FFF2-40B4-BE49-F238E27FC236}">
                  <a16:creationId xmlns:a16="http://schemas.microsoft.com/office/drawing/2014/main" id="{E284E98E-208A-AD0C-B669-B3F38A368F80}"/>
                </a:ext>
              </a:extLst>
            </p:cNvPr>
            <p:cNvSpPr/>
            <p:nvPr/>
          </p:nvSpPr>
          <p:spPr>
            <a:xfrm>
              <a:off x="10820400" y="3006971"/>
              <a:ext cx="76200" cy="76200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rgbClr val="007A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6" name="zh_117">
              <a:extLst>
                <a:ext uri="{FF2B5EF4-FFF2-40B4-BE49-F238E27FC236}">
                  <a16:creationId xmlns:a16="http://schemas.microsoft.com/office/drawing/2014/main" id="{9899FFF2-F670-F636-C82B-510D26392682}"/>
                </a:ext>
              </a:extLst>
            </p:cNvPr>
            <p:cNvSpPr/>
            <p:nvPr/>
          </p:nvSpPr>
          <p:spPr>
            <a:xfrm>
              <a:off x="10947400" y="2967636"/>
              <a:ext cx="76200" cy="76200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rgbClr val="007A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7" name="zh_118">
              <a:extLst>
                <a:ext uri="{FF2B5EF4-FFF2-40B4-BE49-F238E27FC236}">
                  <a16:creationId xmlns:a16="http://schemas.microsoft.com/office/drawing/2014/main" id="{9512B27F-0EBB-7041-0232-4B727E94911B}"/>
                </a:ext>
              </a:extLst>
            </p:cNvPr>
            <p:cNvSpPr/>
            <p:nvPr/>
          </p:nvSpPr>
          <p:spPr>
            <a:xfrm>
              <a:off x="11074400" y="2920253"/>
              <a:ext cx="76200" cy="76200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rgbClr val="007A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8" name="zh_119">
              <a:extLst>
                <a:ext uri="{FF2B5EF4-FFF2-40B4-BE49-F238E27FC236}">
                  <a16:creationId xmlns:a16="http://schemas.microsoft.com/office/drawing/2014/main" id="{6BEFB4AB-4DC6-5F08-5B38-3043B8236186}"/>
                </a:ext>
              </a:extLst>
            </p:cNvPr>
            <p:cNvSpPr txBox="1"/>
            <p:nvPr/>
          </p:nvSpPr>
          <p:spPr>
            <a:xfrm>
              <a:off x="10248900" y="3181350"/>
              <a:ext cx="939800" cy="1524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r"/>
              <a:r>
                <a:rPr lang="zh-CN" altLang="en-US" sz="900">
                  <a:solidFill>
                    <a:srgbClr val="007A37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■ 补充锚点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24568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476</Words>
  <Application>Microsoft Office PowerPoint</Application>
  <PresentationFormat>宽屏</PresentationFormat>
  <Paragraphs>107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宋体</vt:lpstr>
      <vt:lpstr>Aptos</vt:lpstr>
      <vt:lpstr>Aptos Display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Jiaming Chen</dc:creator>
  <cp:lastModifiedBy>T209778</cp:lastModifiedBy>
  <cp:revision>3</cp:revision>
  <dcterms:created xsi:type="dcterms:W3CDTF">2026-10-15T11:31:15Z</dcterms:created>
  <dcterms:modified xsi:type="dcterms:W3CDTF">2026-10-15T13:47:23Z</dcterms:modified>
</cp:coreProperties>
</file>