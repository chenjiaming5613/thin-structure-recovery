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2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B1DD5-C13E-FE2B-58EF-45DBB1A55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AED391-812B-D377-A01C-C3C368822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D42621-505A-944E-EBCF-BEDD5004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A8D9-4A58-E932-7AEC-B33BD9E8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9FD31-DB6A-97C4-0550-A8E6F9F7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8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CE7D1-2C50-BB47-76D5-2079BD64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D3E95-9D3E-7C81-D787-0791264C6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54D89-B560-D44F-A003-7D079B7E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11FF-0FA1-1E61-0058-3462C8C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8DC5FF-CF56-B7F6-401B-27D1B07A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5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C6C7D-5027-9829-AEBC-D8CF1935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54B74E-66AA-AE2D-7F31-3852A598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D118CC-65CF-5793-732A-645ACC04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5995B-4D81-4006-69CE-79E985E2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45528-9FB9-89B4-4391-C215E850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5D0FB-EDA0-6D27-0E79-61C25891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9788F2-35B7-547A-AB9F-55FFADD5A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228A3D-B746-C798-E606-7F132AB17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6DF1F1-58EE-CCF4-8314-D1B3DFF7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D586DD-E2A4-4408-F0EE-4F89B0C0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A326BE-6D2F-0A92-D5BC-3A0F40CC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7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C5A2F-B1ED-8511-8074-0EF3D921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FA237-9714-4567-251C-76385A411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21983-A78D-A709-093A-3ADBB8AD8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C3B263-A9A4-F06E-6B22-613E3CF95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2CB432-2060-463D-75D5-255E561BF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FE6E59-70C1-A347-81B9-3E13DB77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3D8307-5C6C-A146-96C7-2BC58624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ACA96E-AFD1-E573-722B-DDC7DD69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0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2C0A-BC3D-7207-D8BC-EF8B0E08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77A806-04CA-E93D-CB80-8B3F7093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241607-A004-5CFA-045E-3844A428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382807-12EB-3B07-A127-679C562C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5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7C9191-0E24-36A6-217C-04774FFBF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6E586E-768A-2472-0C07-285E29A3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3D17A0-A74B-CC43-0C4F-41C76CC3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988139-BB73-EA44-1FA4-A2DDF7BE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DFDDE-3BA2-297D-E8F2-BFF6E17FD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A4C0A8-221F-0EFD-0964-72A9495C6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DE5525-F243-42D6-98DC-4FA15C1C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CDE76-7614-A4B9-48D5-FD4D758A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8AABA7-6997-A9B9-F730-0FE68A2B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7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E63FA-B30E-ED7E-BCB2-28B81410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89971C-0885-2AD0-96E5-6C79E4B454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F4BB9-3B8B-0C90-8ACE-652CF3675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F5F8EB-46F5-354F-EFCC-D1C1E96B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38395B-D582-74CA-0CB2-65A1DC65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6822B3-D02F-38D8-17E0-4B9F01D8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5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D5368-B5E2-8FF6-1175-F0031771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35E9A-2071-C552-B9C3-97ED9BEC7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92B00-086C-6EFD-B6D7-B314A6C2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592E5-E297-51C7-8D51-1DDF8E3C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8EF434-266D-EA3D-90FD-CA2E6D0F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0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E71BCC-0114-1E44-1A69-2DB84C780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0866D4-AC2E-6A38-0F3A-2A582753F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97EB0F-1837-8291-C673-D4DAA762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1865B-E3EF-613B-9A71-8F7CA688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A5994-EB68-79D2-CBA1-BAB61F61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9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599AD9-F625-0B08-7562-A55A8CA0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7CC14A-8059-2870-88EF-5B1C0881A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DF051-B42A-59D8-8D43-984F1BBC0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67F73-1231-4F34-A359-71FFF3AE17E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3C96B-A079-FCDB-2883-1FF8EE935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44AE6-E2CE-9A18-886E-D8F5C4F42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60C6E-046A-405F-9D4B-172478B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3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4.png"/><Relationship Id="rId18" Type="http://schemas.openxmlformats.org/officeDocument/2006/relationships/image" Target="../media/image5.svg"/><Relationship Id="rId26" Type="http://schemas.openxmlformats.org/officeDocument/2006/relationships/image" Target="../media/image6.svg"/><Relationship Id="rId3" Type="http://schemas.openxmlformats.org/officeDocument/2006/relationships/image" Target="../media/image96.png"/><Relationship Id="rId21" Type="http://schemas.openxmlformats.org/officeDocument/2006/relationships/image" Target="../media/image109.png"/><Relationship Id="rId7" Type="http://schemas.openxmlformats.org/officeDocument/2006/relationships/image" Target="../media/image100.png"/><Relationship Id="rId12" Type="http://schemas.openxmlformats.org/officeDocument/2006/relationships/image" Target="../media/image2.svg"/><Relationship Id="rId17" Type="http://schemas.openxmlformats.org/officeDocument/2006/relationships/image" Target="../media/image4.jpg"/><Relationship Id="rId25" Type="http://schemas.openxmlformats.org/officeDocument/2006/relationships/image" Target="../media/image113.png"/><Relationship Id="rId2" Type="http://schemas.openxmlformats.org/officeDocument/2006/relationships/image" Target="../media/image95.png"/><Relationship Id="rId16" Type="http://schemas.openxmlformats.org/officeDocument/2006/relationships/image" Target="../media/image3.jp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.svg"/><Relationship Id="rId24" Type="http://schemas.openxmlformats.org/officeDocument/2006/relationships/image" Target="../media/image112.png"/><Relationship Id="rId5" Type="http://schemas.openxmlformats.org/officeDocument/2006/relationships/image" Target="../media/image98.png"/><Relationship Id="rId15" Type="http://schemas.openxmlformats.org/officeDocument/2006/relationships/image" Target="../media/image106.png"/><Relationship Id="rId23" Type="http://schemas.openxmlformats.org/officeDocument/2006/relationships/image" Target="../media/image111.png"/><Relationship Id="rId10" Type="http://schemas.openxmlformats.org/officeDocument/2006/relationships/image" Target="../media/image103.png"/><Relationship Id="rId19" Type="http://schemas.openxmlformats.org/officeDocument/2006/relationships/image" Target="../media/image107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5.png"/><Relationship Id="rId22" Type="http://schemas.openxmlformats.org/officeDocument/2006/relationships/image" Target="../media/image1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18" Type="http://schemas.openxmlformats.org/officeDocument/2006/relationships/image" Target="../media/image5.svg"/><Relationship Id="rId26" Type="http://schemas.openxmlformats.org/officeDocument/2006/relationships/image" Target="../media/image6.svg"/><Relationship Id="rId3" Type="http://schemas.openxmlformats.org/officeDocument/2006/relationships/image" Target="../media/image8.png"/><Relationship Id="rId21" Type="http://schemas.openxmlformats.org/officeDocument/2006/relationships/image" Target="../media/image21.png"/><Relationship Id="rId7" Type="http://schemas.openxmlformats.org/officeDocument/2006/relationships/image" Target="../media/image12.png"/><Relationship Id="rId12" Type="http://schemas.openxmlformats.org/officeDocument/2006/relationships/image" Target="../media/image2.svg"/><Relationship Id="rId17" Type="http://schemas.openxmlformats.org/officeDocument/2006/relationships/image" Target="../media/image4.jpg"/><Relationship Id="rId25" Type="http://schemas.openxmlformats.org/officeDocument/2006/relationships/image" Target="../media/image25.png"/><Relationship Id="rId2" Type="http://schemas.openxmlformats.org/officeDocument/2006/relationships/image" Target="../media/image7.png"/><Relationship Id="rId16" Type="http://schemas.openxmlformats.org/officeDocument/2006/relationships/image" Target="../media/image3.jp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.svg"/><Relationship Id="rId24" Type="http://schemas.openxmlformats.org/officeDocument/2006/relationships/image" Target="../media/image24.pn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23" Type="http://schemas.openxmlformats.org/officeDocument/2006/relationships/image" Target="../media/image23.png"/><Relationship Id="rId10" Type="http://schemas.openxmlformats.org/officeDocument/2006/relationships/image" Target="../media/image15.png"/><Relationship Id="rId19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Relationship Id="rId22" Type="http://schemas.openxmlformats.org/officeDocument/2006/relationships/image" Target="../media/image22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组合 315">
            <a:extLst>
              <a:ext uri="{FF2B5EF4-FFF2-40B4-BE49-F238E27FC236}">
                <a16:creationId xmlns:a16="http://schemas.microsoft.com/office/drawing/2014/main" id="{DA261887-414F-2184-FC93-E86A4D066FF8}"/>
              </a:ext>
            </a:extLst>
          </p:cNvPr>
          <p:cNvGrpSpPr/>
          <p:nvPr/>
        </p:nvGrpSpPr>
        <p:grpSpPr>
          <a:xfrm>
            <a:off x="-324591" y="1200390"/>
            <a:ext cx="12214610" cy="8324610"/>
            <a:chOff x="-324591" y="1200390"/>
            <a:chExt cx="12214610" cy="832461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C7CBA8A-0151-F03C-E822-32295656C431}"/>
                </a:ext>
              </a:extLst>
            </p:cNvPr>
            <p:cNvSpPr/>
            <p:nvPr/>
          </p:nvSpPr>
          <p:spPr>
            <a:xfrm>
              <a:off x="287587" y="2203799"/>
              <a:ext cx="11191977" cy="2620407"/>
            </a:xfrm>
            <a:prstGeom prst="roundRect">
              <a:avLst>
                <a:gd name="adj" fmla="val 12626"/>
              </a:avLst>
            </a:prstGeom>
            <a:solidFill>
              <a:srgbClr val="E6FF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02773A5-B968-2B9B-FFF2-CEAC742CA463}"/>
                </a:ext>
              </a:extLst>
            </p:cNvPr>
            <p:cNvSpPr/>
            <p:nvPr/>
          </p:nvSpPr>
          <p:spPr>
            <a:xfrm>
              <a:off x="271411" y="1200390"/>
              <a:ext cx="11191977" cy="871774"/>
            </a:xfrm>
            <a:prstGeom prst="roundRect">
              <a:avLst>
                <a:gd name="adj" fmla="val 34333"/>
              </a:avLst>
            </a:prstGeom>
            <a:solidFill>
              <a:srgbClr val="FDE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E6460A-D5DB-6324-A4A1-FCB3428C070E}"/>
                </a:ext>
              </a:extLst>
            </p:cNvPr>
            <p:cNvSpPr txBox="1"/>
            <p:nvPr/>
          </p:nvSpPr>
          <p:spPr>
            <a:xfrm>
              <a:off x="437236" y="1423282"/>
              <a:ext cx="173379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Scene Level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3A37C7B-11F0-72C9-EC0D-1A7D93452BC7}"/>
                </a:ext>
              </a:extLst>
            </p:cNvPr>
            <p:cNvSpPr txBox="1"/>
            <p:nvPr/>
          </p:nvSpPr>
          <p:spPr>
            <a:xfrm>
              <a:off x="437236" y="2157354"/>
              <a:ext cx="2115220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 Level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13A7FB3-2487-706B-0B66-B55F41D51AF7}"/>
                </a:ext>
              </a:extLst>
            </p:cNvPr>
            <p:cNvSpPr txBox="1"/>
            <p:nvPr/>
          </p:nvSpPr>
          <p:spPr>
            <a:xfrm>
              <a:off x="475336" y="2598785"/>
              <a:ext cx="531778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Dispersion-Guided Geometric Refinement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05FCB5BA-B5F7-A1FD-760E-5BDC55F34A91}"/>
                </a:ext>
              </a:extLst>
            </p:cNvPr>
            <p:cNvGrpSpPr/>
            <p:nvPr/>
          </p:nvGrpSpPr>
          <p:grpSpPr>
            <a:xfrm>
              <a:off x="1326517" y="3317564"/>
              <a:ext cx="2014654" cy="1104861"/>
              <a:chOff x="12471796" y="2460117"/>
              <a:chExt cx="2014654" cy="11048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=1 &amp;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𝑑𝑖𝑠𝑝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212" r="-1212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50A8882-8855-BE3A-1C57-BA360A963A8D}"/>
                  </a:ext>
                </a:extLst>
              </p:cNvPr>
              <p:cNvSpPr/>
              <p:nvPr/>
            </p:nvSpPr>
            <p:spPr>
              <a:xfrm>
                <a:off x="12776904" y="2955098"/>
                <a:ext cx="1404438" cy="609880"/>
              </a:xfrm>
              <a:prstGeom prst="rect">
                <a:avLst/>
              </a:prstGeom>
              <a:solidFill>
                <a:srgbClr val="BDD7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Refinement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582F4A0-D8A6-1046-5D5F-2D1E6596A15B}"/>
                </a:ext>
              </a:extLst>
            </p:cNvPr>
            <p:cNvSpPr txBox="1"/>
            <p:nvPr/>
          </p:nvSpPr>
          <p:spPr>
            <a:xfrm>
              <a:off x="2552456" y="1928011"/>
              <a:ext cx="121576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Alignment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EBF2BD-F964-50C6-4584-B4C92E098350}"/>
                </a:ext>
              </a:extLst>
            </p:cNvPr>
            <p:cNvSpPr txBox="1"/>
            <p:nvPr/>
          </p:nvSpPr>
          <p:spPr>
            <a:xfrm rot="5400000">
              <a:off x="9569447" y="3343744"/>
              <a:ext cx="4241034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Cross-Level Geometric Consistency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箭头: 下弧形 6">
              <a:extLst>
                <a:ext uri="{FF2B5EF4-FFF2-40B4-BE49-F238E27FC236}">
                  <a16:creationId xmlns:a16="http://schemas.microsoft.com/office/drawing/2014/main" id="{84AB59F9-AF85-7146-E666-4FF87211FC5A}"/>
                </a:ext>
              </a:extLst>
            </p:cNvPr>
            <p:cNvSpPr/>
            <p:nvPr/>
          </p:nvSpPr>
          <p:spPr>
            <a:xfrm rot="16200000">
              <a:off x="1831882" y="1775322"/>
              <a:ext cx="963712" cy="413346"/>
            </a:xfrm>
            <a:prstGeom prst="curvedUp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023AF39-9ED7-DAAF-7AB9-B022CC110F98}"/>
                </a:ext>
              </a:extLst>
            </p:cNvPr>
            <p:cNvSpPr txBox="1"/>
            <p:nvPr/>
          </p:nvSpPr>
          <p:spPr>
            <a:xfrm>
              <a:off x="-324591" y="3273010"/>
              <a:ext cx="128575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Alignment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箭头: 下弧形 9">
              <a:extLst>
                <a:ext uri="{FF2B5EF4-FFF2-40B4-BE49-F238E27FC236}">
                  <a16:creationId xmlns:a16="http://schemas.microsoft.com/office/drawing/2014/main" id="{5976C3F4-76D0-0EB4-5C07-23BA9A471CB3}"/>
                </a:ext>
              </a:extLst>
            </p:cNvPr>
            <p:cNvSpPr/>
            <p:nvPr/>
          </p:nvSpPr>
          <p:spPr>
            <a:xfrm rot="16200000" flipV="1">
              <a:off x="-1794049" y="2949276"/>
              <a:ext cx="3706473" cy="767555"/>
            </a:xfrm>
            <a:prstGeom prst="curvedUp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CF6F15D-9862-0800-4087-D3BD4C2AA5AF}"/>
                </a:ext>
              </a:extLst>
            </p:cNvPr>
            <p:cNvSpPr txBox="1"/>
            <p:nvPr/>
          </p:nvSpPr>
          <p:spPr>
            <a:xfrm>
              <a:off x="4236379" y="1676794"/>
              <a:ext cx="456510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Thin Structures under sparse views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0705104-2178-6473-A8CB-F2D474A4D260}"/>
                </a:ext>
              </a:extLst>
            </p:cNvPr>
            <p:cNvSpPr/>
            <p:nvPr/>
          </p:nvSpPr>
          <p:spPr>
            <a:xfrm>
              <a:off x="255235" y="4956050"/>
              <a:ext cx="11208153" cy="4568950"/>
            </a:xfrm>
            <a:prstGeom prst="roundRect">
              <a:avLst>
                <a:gd name="adj" fmla="val 7420"/>
              </a:avLst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23934B6-F25C-880F-9D1A-534765159DBB}"/>
                </a:ext>
              </a:extLst>
            </p:cNvPr>
            <p:cNvSpPr txBox="1"/>
            <p:nvPr/>
          </p:nvSpPr>
          <p:spPr>
            <a:xfrm>
              <a:off x="437236" y="4939013"/>
              <a:ext cx="2174066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Gaussian Level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FC5C665-6A03-B21E-D662-B93AAD4EA83F}"/>
                </a:ext>
              </a:extLst>
            </p:cNvPr>
            <p:cNvSpPr txBox="1"/>
            <p:nvPr/>
          </p:nvSpPr>
          <p:spPr>
            <a:xfrm>
              <a:off x="475336" y="5414171"/>
              <a:ext cx="5314724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Parent-Aware Geometric Inheritance</a:t>
              </a:r>
            </a:p>
          </p:txBody>
        </p:sp>
        <p:sp>
          <p:nvSpPr>
            <p:cNvPr id="149" name="流程图: 决策 148">
              <a:extLst>
                <a:ext uri="{FF2B5EF4-FFF2-40B4-BE49-F238E27FC236}">
                  <a16:creationId xmlns:a16="http://schemas.microsoft.com/office/drawing/2014/main" id="{CD50DFB0-026B-1F38-5C71-CA7752311894}"/>
                </a:ext>
              </a:extLst>
            </p:cNvPr>
            <p:cNvSpPr/>
            <p:nvPr/>
          </p:nvSpPr>
          <p:spPr>
            <a:xfrm>
              <a:off x="1756815" y="7074833"/>
              <a:ext cx="2520545" cy="783737"/>
            </a:xfrm>
            <a:prstGeom prst="flowChartDecisio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/>
                <p:nvPr/>
              </p:nvSpPr>
              <p:spPr>
                <a:xfrm>
                  <a:off x="1753124" y="7252316"/>
                  <a:ext cx="2605854" cy="375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𝑠𝑐𝑒𝑛𝑒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24" y="7252316"/>
                  <a:ext cx="2605854" cy="375167"/>
                </a:xfrm>
                <a:prstGeom prst="rect">
                  <a:avLst/>
                </a:prstGeom>
                <a:blipFill>
                  <a:blip r:embed="rId3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E913102-B987-F00E-2A3A-18BBC5C8F802}"/>
                </a:ext>
              </a:extLst>
            </p:cNvPr>
            <p:cNvCxnSpPr>
              <a:cxnSpLocks/>
              <a:endCxn id="149" idx="1"/>
            </p:cNvCxnSpPr>
            <p:nvPr/>
          </p:nvCxnSpPr>
          <p:spPr>
            <a:xfrm>
              <a:off x="1481643" y="7466702"/>
              <a:ext cx="275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连接符: 肘形 151">
              <a:extLst>
                <a:ext uri="{FF2B5EF4-FFF2-40B4-BE49-F238E27FC236}">
                  <a16:creationId xmlns:a16="http://schemas.microsoft.com/office/drawing/2014/main" id="{158E12E7-F2D3-B486-FD66-479ADDFF8212}"/>
                </a:ext>
              </a:extLst>
            </p:cNvPr>
            <p:cNvCxnSpPr>
              <a:cxnSpLocks/>
              <a:stCxn id="149" idx="0"/>
            </p:cNvCxnSpPr>
            <p:nvPr/>
          </p:nvCxnSpPr>
          <p:spPr>
            <a:xfrm rot="5400000" flipH="1" flipV="1">
              <a:off x="3556942" y="6025797"/>
              <a:ext cx="509183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连接符: 肘形 152">
              <a:extLst>
                <a:ext uri="{FF2B5EF4-FFF2-40B4-BE49-F238E27FC236}">
                  <a16:creationId xmlns:a16="http://schemas.microsoft.com/office/drawing/2014/main" id="{D07B2493-C8C5-18E2-F4A6-A782AF771EC1}"/>
                </a:ext>
              </a:extLst>
            </p:cNvPr>
            <p:cNvCxnSpPr>
              <a:cxnSpLocks/>
              <a:stCxn id="149" idx="2"/>
            </p:cNvCxnSpPr>
            <p:nvPr/>
          </p:nvCxnSpPr>
          <p:spPr>
            <a:xfrm rot="16200000" flipH="1">
              <a:off x="3571339" y="7304319"/>
              <a:ext cx="480389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E92EC207-1B6C-7EB1-62D9-254C0A973611}"/>
                </a:ext>
              </a:extLst>
            </p:cNvPr>
            <p:cNvSpPr txBox="1"/>
            <p:nvPr/>
          </p:nvSpPr>
          <p:spPr>
            <a:xfrm>
              <a:off x="2691614" y="8341033"/>
              <a:ext cx="18550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 Clone</a:t>
              </a: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BD0D9EE5-7ED4-79A0-BF47-17483120CA99}"/>
                </a:ext>
              </a:extLst>
            </p:cNvPr>
            <p:cNvSpPr txBox="1"/>
            <p:nvPr/>
          </p:nvSpPr>
          <p:spPr>
            <a:xfrm>
              <a:off x="2611302" y="6174907"/>
              <a:ext cx="199467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 Split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/>
                <p:nvPr/>
              </p:nvSpPr>
              <p:spPr>
                <a:xfrm>
                  <a:off x="2428789" y="5824347"/>
                  <a:ext cx="3238552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parent scale </a:t>
                  </a:r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shrinks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∕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𝜅</m:t>
                      </m:r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8789" y="5824347"/>
                  <a:ext cx="3238552" cy="357534"/>
                </a:xfrm>
                <a:prstGeom prst="rect">
                  <a:avLst/>
                </a:prstGeom>
                <a:blipFill>
                  <a:blip r:embed="rId4"/>
                  <a:stretch>
                    <a:fillRect t="-3390" b="-16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E90C005-8F65-F640-2EAF-94DEA816140D}"/>
                </a:ext>
              </a:extLst>
            </p:cNvPr>
            <p:cNvSpPr txBox="1"/>
            <p:nvPr/>
          </p:nvSpPr>
          <p:spPr>
            <a:xfrm>
              <a:off x="179286" y="8359453"/>
              <a:ext cx="2071707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be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Densified</a:t>
              </a: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Anchor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84E33AA-B769-EEB1-0D70-47C58C14DC57}"/>
                </a:ext>
              </a:extLst>
            </p:cNvPr>
            <p:cNvSpPr txBox="1"/>
            <p:nvPr/>
          </p:nvSpPr>
          <p:spPr>
            <a:xfrm>
              <a:off x="3017087" y="6650097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true</a:t>
              </a: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D35E12EB-654B-7425-4111-7587889187E7}"/>
                </a:ext>
              </a:extLst>
            </p:cNvPr>
            <p:cNvSpPr txBox="1"/>
            <p:nvPr/>
          </p:nvSpPr>
          <p:spPr>
            <a:xfrm>
              <a:off x="2959550" y="7930581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false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14C0BD8-CCF0-CFA4-2DB1-EB6A4B911BD3}"/>
                </a:ext>
              </a:extLst>
            </p:cNvPr>
            <p:cNvGrpSpPr/>
            <p:nvPr/>
          </p:nvGrpSpPr>
          <p:grpSpPr>
            <a:xfrm>
              <a:off x="795874" y="7094368"/>
              <a:ext cx="654228" cy="1181276"/>
              <a:chOff x="4239120" y="1911116"/>
              <a:chExt cx="654228" cy="1181276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AB83DDF-E769-A14A-C53F-1C55324C344D}"/>
                  </a:ext>
                </a:extLst>
              </p:cNvPr>
              <p:cNvGrpSpPr/>
              <p:nvPr/>
            </p:nvGrpSpPr>
            <p:grpSpPr>
              <a:xfrm>
                <a:off x="4239120" y="1911116"/>
                <a:ext cx="654228" cy="826631"/>
                <a:chOff x="2184400" y="2321542"/>
                <a:chExt cx="1017811" cy="1286025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3982A75E-905E-3431-1553-AFFA04BB97C8}"/>
                    </a:ext>
                  </a:extLst>
                </p:cNvPr>
                <p:cNvSpPr/>
                <p:nvPr/>
              </p:nvSpPr>
              <p:spPr>
                <a:xfrm>
                  <a:off x="2184400" y="2387600"/>
                  <a:ext cx="321706" cy="2919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8ED26FCD-D1F1-3918-8943-F4F0E5991E92}"/>
                    </a:ext>
                  </a:extLst>
                </p:cNvPr>
                <p:cNvSpPr/>
                <p:nvPr/>
              </p:nvSpPr>
              <p:spPr>
                <a:xfrm>
                  <a:off x="2660015" y="2900680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6E9A71CC-E091-C009-E692-E6D6E3862DFA}"/>
                    </a:ext>
                  </a:extLst>
                </p:cNvPr>
                <p:cNvCxnSpPr>
                  <a:cxnSpLocks/>
                  <a:stCxn id="35" idx="1"/>
                  <a:endCxn id="17" idx="5"/>
                </p:cNvCxnSpPr>
                <p:nvPr/>
              </p:nvCxnSpPr>
              <p:spPr>
                <a:xfrm flipH="1" flipV="1">
                  <a:off x="2458993" y="2636835"/>
                  <a:ext cx="211566" cy="2743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424F5F4-7390-2405-B827-3D052F62FCC3}"/>
                    </a:ext>
                  </a:extLst>
                </p:cNvPr>
                <p:cNvSpPr/>
                <p:nvPr/>
              </p:nvSpPr>
              <p:spPr>
                <a:xfrm>
                  <a:off x="2919453" y="2321542"/>
                  <a:ext cx="235372" cy="4301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D4A0863A-5D4A-0372-5349-DD7CEA6AE5F3}"/>
                    </a:ext>
                  </a:extLst>
                </p:cNvPr>
                <p:cNvSpPr/>
                <p:nvPr/>
              </p:nvSpPr>
              <p:spPr>
                <a:xfrm rot="1613616">
                  <a:off x="2872070" y="2948830"/>
                  <a:ext cx="330141" cy="4903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B4A694A-6DC0-2BF6-FE38-ADAEE1A8C16E}"/>
                    </a:ext>
                  </a:extLst>
                </p:cNvPr>
                <p:cNvSpPr/>
                <p:nvPr/>
              </p:nvSpPr>
              <p:spPr>
                <a:xfrm rot="1613616">
                  <a:off x="2220213" y="3367128"/>
                  <a:ext cx="429839" cy="240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1600B233-622B-8AD3-A8B0-B9DD0E226A69}"/>
                    </a:ext>
                  </a:extLst>
                </p:cNvPr>
                <p:cNvCxnSpPr>
                  <a:cxnSpLocks/>
                  <a:stCxn id="35" idx="7"/>
                  <a:endCxn id="41" idx="3"/>
                </p:cNvCxnSpPr>
                <p:nvPr/>
              </p:nvCxnSpPr>
              <p:spPr>
                <a:xfrm flipV="1">
                  <a:off x="2721471" y="2688677"/>
                  <a:ext cx="232451" cy="222547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1BD2DB1D-DEA1-2FA4-8CB1-CBE5A24410D2}"/>
                    </a:ext>
                  </a:extLst>
                </p:cNvPr>
                <p:cNvCxnSpPr>
                  <a:cxnSpLocks/>
                  <a:stCxn id="35" idx="5"/>
                  <a:endCxn id="42" idx="2"/>
                </p:cNvCxnSpPr>
                <p:nvPr/>
              </p:nvCxnSpPr>
              <p:spPr>
                <a:xfrm>
                  <a:off x="2721471" y="2962136"/>
                  <a:ext cx="168452" cy="15721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08E0C748-3002-2F34-33A8-F53205069255}"/>
                    </a:ext>
                  </a:extLst>
                </p:cNvPr>
                <p:cNvCxnSpPr>
                  <a:cxnSpLocks/>
                  <a:stCxn id="35" idx="3"/>
                  <a:endCxn id="43" idx="0"/>
                </p:cNvCxnSpPr>
                <p:nvPr/>
              </p:nvCxnSpPr>
              <p:spPr>
                <a:xfrm flipH="1">
                  <a:off x="2489512" y="2962136"/>
                  <a:ext cx="181047" cy="41799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605" r="-9302" b="-204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102CF2D9-CF44-020B-083E-E011F871F381}"/>
                </a:ext>
              </a:extLst>
            </p:cNvPr>
            <p:cNvGrpSpPr/>
            <p:nvPr/>
          </p:nvGrpSpPr>
          <p:grpSpPr>
            <a:xfrm>
              <a:off x="4585118" y="7862443"/>
              <a:ext cx="1508827" cy="1181802"/>
              <a:chOff x="6400299" y="7200729"/>
              <a:chExt cx="1508827" cy="1181802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11CF86B7-51B1-3835-BB2E-CD2C54FB2A76}"/>
                  </a:ext>
                </a:extLst>
              </p:cNvPr>
              <p:cNvGrpSpPr/>
              <p:nvPr/>
            </p:nvGrpSpPr>
            <p:grpSpPr>
              <a:xfrm>
                <a:off x="6400299" y="7201255"/>
                <a:ext cx="654228" cy="1181276"/>
                <a:chOff x="4239120" y="1911116"/>
                <a:chExt cx="654228" cy="1181276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EC0D792A-8CA7-23E4-C33E-13B1AD98349F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B90C8F95-10B3-A85B-9E4E-F2A993BF3BF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9CE927F3-3EE6-647C-24CA-2CA5BE18B52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2" name="直接箭头连接符 51">
                    <a:extLst>
                      <a:ext uri="{FF2B5EF4-FFF2-40B4-BE49-F238E27FC236}">
                        <a16:creationId xmlns:a16="http://schemas.microsoft.com/office/drawing/2014/main" id="{05F7C0A4-808A-B7DD-BA5B-CE9B50EE4AFF}"/>
                      </a:ext>
                    </a:extLst>
                  </p:cNvPr>
                  <p:cNvCxnSpPr>
                    <a:cxnSpLocks/>
                    <a:stCxn id="51" idx="1"/>
                    <a:endCxn id="50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椭圆 52">
                    <a:extLst>
                      <a:ext uri="{FF2B5EF4-FFF2-40B4-BE49-F238E27FC236}">
                        <a16:creationId xmlns:a16="http://schemas.microsoft.com/office/drawing/2014/main" id="{D44AF34B-3510-4786-A4FB-2D67A4139474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4" name="椭圆 53">
                    <a:extLst>
                      <a:ext uri="{FF2B5EF4-FFF2-40B4-BE49-F238E27FC236}">
                        <a16:creationId xmlns:a16="http://schemas.microsoft.com/office/drawing/2014/main" id="{D7B0FCC4-19EA-4740-1396-38CA92BFB6A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C23E37F9-8AEE-7979-D406-9CAF0A3BA12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6" name="直接箭头连接符 55">
                    <a:extLst>
                      <a:ext uri="{FF2B5EF4-FFF2-40B4-BE49-F238E27FC236}">
                        <a16:creationId xmlns:a16="http://schemas.microsoft.com/office/drawing/2014/main" id="{10C7B2F6-C2BE-4333-6FF9-3992F8473D3C}"/>
                      </a:ext>
                    </a:extLst>
                  </p:cNvPr>
                  <p:cNvCxnSpPr>
                    <a:cxnSpLocks/>
                    <a:stCxn id="51" idx="7"/>
                    <a:endCxn id="53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箭头连接符 56">
                    <a:extLst>
                      <a:ext uri="{FF2B5EF4-FFF2-40B4-BE49-F238E27FC236}">
                        <a16:creationId xmlns:a16="http://schemas.microsoft.com/office/drawing/2014/main" id="{44E47C48-40AE-2FA6-DC00-48A4869412BD}"/>
                      </a:ext>
                    </a:extLst>
                  </p:cNvPr>
                  <p:cNvCxnSpPr>
                    <a:cxnSpLocks/>
                    <a:stCxn id="51" idx="5"/>
                    <a:endCxn id="54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57">
                    <a:extLst>
                      <a:ext uri="{FF2B5EF4-FFF2-40B4-BE49-F238E27FC236}">
                        <a16:creationId xmlns:a16="http://schemas.microsoft.com/office/drawing/2014/main" id="{4D4F7125-157A-7C14-FFC5-4D5D49DD4F72}"/>
                      </a:ext>
                    </a:extLst>
                  </p:cNvPr>
                  <p:cNvCxnSpPr>
                    <a:cxnSpLocks/>
                    <a:stCxn id="51" idx="3"/>
                    <a:endCxn id="55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7670C7A8-DA76-0C9C-0F7B-393B152AE098}"/>
                  </a:ext>
                </a:extLst>
              </p:cNvPr>
              <p:cNvGrpSpPr/>
              <p:nvPr/>
            </p:nvGrpSpPr>
            <p:grpSpPr>
              <a:xfrm>
                <a:off x="7254898" y="7200729"/>
                <a:ext cx="654228" cy="1162296"/>
                <a:chOff x="4239120" y="1911116"/>
                <a:chExt cx="654228" cy="1162296"/>
              </a:xfrm>
            </p:grpSpPr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DA887501-DF07-5ACF-8C62-30E2D6B11642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id="{17BB9519-6992-45F9-2A6A-92F384C6D86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椭圆 62">
                    <a:extLst>
                      <a:ext uri="{FF2B5EF4-FFF2-40B4-BE49-F238E27FC236}">
                        <a16:creationId xmlns:a16="http://schemas.microsoft.com/office/drawing/2014/main" id="{19CB4EE4-6A7C-B974-E0EB-F85E34E1D5D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4" name="直接箭头连接符 63">
                    <a:extLst>
                      <a:ext uri="{FF2B5EF4-FFF2-40B4-BE49-F238E27FC236}">
                        <a16:creationId xmlns:a16="http://schemas.microsoft.com/office/drawing/2014/main" id="{FE0A4137-9AD5-E6F3-4866-ABC46A48A363}"/>
                      </a:ext>
                    </a:extLst>
                  </p:cNvPr>
                  <p:cNvCxnSpPr>
                    <a:cxnSpLocks/>
                    <a:stCxn id="63" idx="1"/>
                    <a:endCxn id="62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椭圆 64">
                    <a:extLst>
                      <a:ext uri="{FF2B5EF4-FFF2-40B4-BE49-F238E27FC236}">
                        <a16:creationId xmlns:a16="http://schemas.microsoft.com/office/drawing/2014/main" id="{26325B91-381F-5197-B76F-0660CC893608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951C63C3-4752-96F6-93A9-F3FFB9CA3259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2364B7C3-F183-7269-0067-CE65B70E32BC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46FD0485-4815-8724-0BB5-530BCCC8A6E4}"/>
                      </a:ext>
                    </a:extLst>
                  </p:cNvPr>
                  <p:cNvCxnSpPr>
                    <a:cxnSpLocks/>
                    <a:stCxn id="63" idx="7"/>
                    <a:endCxn id="65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箭头连接符 68">
                    <a:extLst>
                      <a:ext uri="{FF2B5EF4-FFF2-40B4-BE49-F238E27FC236}">
                        <a16:creationId xmlns:a16="http://schemas.microsoft.com/office/drawing/2014/main" id="{B11E2BAF-6CF8-0BA9-84EC-87014444A362}"/>
                      </a:ext>
                    </a:extLst>
                  </p:cNvPr>
                  <p:cNvCxnSpPr>
                    <a:cxnSpLocks/>
                    <a:stCxn id="63" idx="5"/>
                    <a:endCxn id="66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>
                    <a:extLst>
                      <a:ext uri="{FF2B5EF4-FFF2-40B4-BE49-F238E27FC236}">
                        <a16:creationId xmlns:a16="http://schemas.microsoft.com/office/drawing/2014/main" id="{C80BD1B4-ACF0-46E3-A4B8-43907D367E48}"/>
                      </a:ext>
                    </a:extLst>
                  </p:cNvPr>
                  <p:cNvCxnSpPr>
                    <a:cxnSpLocks/>
                    <a:stCxn id="63" idx="3"/>
                    <a:endCxn id="67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000" r="-2500"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5BDB255C-537F-E0CE-B48A-ED0351A6E118}"/>
                </a:ext>
              </a:extLst>
            </p:cNvPr>
            <p:cNvGrpSpPr/>
            <p:nvPr/>
          </p:nvGrpSpPr>
          <p:grpSpPr>
            <a:xfrm>
              <a:off x="4627624" y="6285438"/>
              <a:ext cx="1099133" cy="838512"/>
              <a:chOff x="5060327" y="5771963"/>
              <a:chExt cx="1099133" cy="838512"/>
            </a:xfrm>
          </p:grpSpPr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E27CE71C-6FFF-1EC4-3EFE-49F7A2CE5E30}"/>
                  </a:ext>
                </a:extLst>
              </p:cNvPr>
              <p:cNvGrpSpPr/>
              <p:nvPr/>
            </p:nvGrpSpPr>
            <p:grpSpPr>
              <a:xfrm>
                <a:off x="5060327" y="5771963"/>
                <a:ext cx="444083" cy="838512"/>
                <a:chOff x="5060327" y="5771963"/>
                <a:chExt cx="444083" cy="838512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72907A54-5E8D-D2F0-DEB3-2532FC1080E4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1A5F746B-14A8-FF8A-C44B-792733C1DD29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2" name="直接箭头连接符 141">
                  <a:extLst>
                    <a:ext uri="{FF2B5EF4-FFF2-40B4-BE49-F238E27FC236}">
                      <a16:creationId xmlns:a16="http://schemas.microsoft.com/office/drawing/2014/main" id="{84163DDD-1E95-4A1A-1DC1-5215C996061F}"/>
                    </a:ext>
                  </a:extLst>
                </p:cNvPr>
                <p:cNvCxnSpPr>
                  <a:cxnSpLocks/>
                  <a:stCxn id="141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8C3BE9B7-CA0B-1F1F-A30A-7316DB3931A6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5B5604F5-1C80-EDC6-5DCD-0A9AE8CD4679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210F13EB-7591-7FBB-20CC-9B1384B56FDE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37EF391D-EC2D-B523-5F52-32B558478132}"/>
                    </a:ext>
                  </a:extLst>
                </p:cNvPr>
                <p:cNvCxnSpPr>
                  <a:cxnSpLocks/>
                  <a:stCxn id="141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>
                  <a:extLst>
                    <a:ext uri="{FF2B5EF4-FFF2-40B4-BE49-F238E27FC236}">
                      <a16:creationId xmlns:a16="http://schemas.microsoft.com/office/drawing/2014/main" id="{8CAD8054-AC90-E443-0872-1A0B37D604CA}"/>
                    </a:ext>
                  </a:extLst>
                </p:cNvPr>
                <p:cNvCxnSpPr>
                  <a:cxnSpLocks/>
                  <a:stCxn id="141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36F74A43-936F-4B84-DCBF-4B2E8D3FBD0A}"/>
                    </a:ext>
                  </a:extLst>
                </p:cNvPr>
                <p:cNvCxnSpPr>
                  <a:cxnSpLocks/>
                  <a:stCxn id="141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52D8380E-A80B-9A82-141E-212E1EB1B62B}"/>
                  </a:ext>
                </a:extLst>
              </p:cNvPr>
              <p:cNvGrpSpPr/>
              <p:nvPr/>
            </p:nvGrpSpPr>
            <p:grpSpPr>
              <a:xfrm>
                <a:off x="5715377" y="5771963"/>
                <a:ext cx="444083" cy="819532"/>
                <a:chOff x="5060327" y="5771963"/>
                <a:chExt cx="444083" cy="819532"/>
              </a:xfrm>
            </p:grpSpPr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CC57C3E1-8F27-CCB0-8D5A-CD8CAFA22678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EBD78F10-AA11-B28F-31C1-0DB77996B4A4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98" name="直接箭头连接符 97">
                  <a:extLst>
                    <a:ext uri="{FF2B5EF4-FFF2-40B4-BE49-F238E27FC236}">
                      <a16:creationId xmlns:a16="http://schemas.microsoft.com/office/drawing/2014/main" id="{C28B97B4-D27D-BD87-A27A-9EEEFDB79D19}"/>
                    </a:ext>
                  </a:extLst>
                </p:cNvPr>
                <p:cNvCxnSpPr>
                  <a:cxnSpLocks/>
                  <a:stCxn id="97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B7B41A01-F00C-0328-9A13-93E5AEB896B8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FD969D8A-24D9-0CF1-7C6C-1E02D1F5F2EF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BF35E30A-7C1F-6973-5213-44341DC92363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2" name="直接箭头连接符 101">
                  <a:extLst>
                    <a:ext uri="{FF2B5EF4-FFF2-40B4-BE49-F238E27FC236}">
                      <a16:creationId xmlns:a16="http://schemas.microsoft.com/office/drawing/2014/main" id="{BA8E3D88-C8AA-952D-6578-5DA578F18A43}"/>
                    </a:ext>
                  </a:extLst>
                </p:cNvPr>
                <p:cNvCxnSpPr>
                  <a:cxnSpLocks/>
                  <a:stCxn id="97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箭头连接符 102">
                  <a:extLst>
                    <a:ext uri="{FF2B5EF4-FFF2-40B4-BE49-F238E27FC236}">
                      <a16:creationId xmlns:a16="http://schemas.microsoft.com/office/drawing/2014/main" id="{6E1DE711-E364-369E-0597-0A3616F8C9FE}"/>
                    </a:ext>
                  </a:extLst>
                </p:cNvPr>
                <p:cNvCxnSpPr>
                  <a:cxnSpLocks/>
                  <a:stCxn id="97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箭头连接符 103">
                  <a:extLst>
                    <a:ext uri="{FF2B5EF4-FFF2-40B4-BE49-F238E27FC236}">
                      <a16:creationId xmlns:a16="http://schemas.microsoft.com/office/drawing/2014/main" id="{5309685E-2CD2-158E-8026-6E1D4153AFE3}"/>
                    </a:ext>
                  </a:extLst>
                </p:cNvPr>
                <p:cNvCxnSpPr>
                  <a:cxnSpLocks/>
                  <a:stCxn id="97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0000" r="-2500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/>
                <p:nvPr/>
              </p:nvSpPr>
              <p:spPr>
                <a:xfrm>
                  <a:off x="686324" y="9055910"/>
                  <a:ext cx="4981017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child scale </a:t>
                  </a:r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inherits parent scale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24" y="9055910"/>
                  <a:ext cx="4981017" cy="357534"/>
                </a:xfrm>
                <a:prstGeom prst="rect">
                  <a:avLst/>
                </a:prstGeom>
                <a:blipFill>
                  <a:blip r:embed="rId10"/>
                  <a:stretch>
                    <a:fillRect t="-5172"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56B25BDD-8757-E50F-5A07-32C7A2E7B1C8}"/>
                </a:ext>
              </a:extLst>
            </p:cNvPr>
            <p:cNvGrpSpPr/>
            <p:nvPr/>
          </p:nvGrpSpPr>
          <p:grpSpPr>
            <a:xfrm>
              <a:off x="6826873" y="8139825"/>
              <a:ext cx="4010917" cy="1215335"/>
              <a:chOff x="7296962" y="5628298"/>
              <a:chExt cx="4010917" cy="1215335"/>
            </a:xfrm>
          </p:grpSpPr>
          <p:pic>
            <p:nvPicPr>
              <p:cNvPr id="110" name="图形 109" descr="雪花 纯色填充">
                <a:extLst>
                  <a:ext uri="{FF2B5EF4-FFF2-40B4-BE49-F238E27FC236}">
                    <a16:creationId xmlns:a16="http://schemas.microsoft.com/office/drawing/2014/main" id="{5771B476-1211-8495-BEF9-BA0AC54D9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83681" y="5714006"/>
                <a:ext cx="914400" cy="939778"/>
              </a:xfrm>
              <a:prstGeom prst="rect">
                <a:avLst/>
              </a:prstGeom>
            </p:spPr>
          </p:pic>
          <p:pic>
            <p:nvPicPr>
              <p:cNvPr id="111" name="图形 110" descr="树叶 纯色填充">
                <a:extLst>
                  <a:ext uri="{FF2B5EF4-FFF2-40B4-BE49-F238E27FC236}">
                    <a16:creationId xmlns:a16="http://schemas.microsoft.com/office/drawing/2014/main" id="{2B86B309-3E0B-CA76-3E3F-970F9376C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308725" y="5814093"/>
                <a:ext cx="681863" cy="700787"/>
              </a:xfrm>
              <a:prstGeom prst="rect">
                <a:avLst/>
              </a:prstGeom>
            </p:spPr>
          </p:pic>
          <p:sp>
            <p:nvSpPr>
              <p:cNvPr id="184" name="箭头: 右 183">
                <a:extLst>
                  <a:ext uri="{FF2B5EF4-FFF2-40B4-BE49-F238E27FC236}">
                    <a16:creationId xmlns:a16="http://schemas.microsoft.com/office/drawing/2014/main" id="{3AB9004E-3D84-FEA3-1AAD-EEA0992C1A2E}"/>
                  </a:ext>
                </a:extLst>
              </p:cNvPr>
              <p:cNvSpPr/>
              <p:nvPr/>
            </p:nvSpPr>
            <p:spPr>
              <a:xfrm>
                <a:off x="8398081" y="6004007"/>
                <a:ext cx="1822287" cy="38810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6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/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7143" b="-196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A21AB14C-CB3F-09D0-8085-2376C216186A}"/>
                  </a:ext>
                </a:extLst>
              </p:cNvPr>
              <p:cNvSpPr txBox="1"/>
              <p:nvPr/>
            </p:nvSpPr>
            <p:spPr>
              <a:xfrm>
                <a:off x="7888823" y="5628298"/>
                <a:ext cx="27540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Geometric Preservation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/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7143" b="-196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8C1AB3E6-B2EF-2609-702A-82F38EA43571}"/>
                </a:ext>
              </a:extLst>
            </p:cNvPr>
            <p:cNvSpPr txBox="1"/>
            <p:nvPr/>
          </p:nvSpPr>
          <p:spPr>
            <a:xfrm>
              <a:off x="8662027" y="7460508"/>
              <a:ext cx="65" cy="2846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1355CFB2-4390-43E7-195A-FA129761E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6502467"/>
              <a:ext cx="198093" cy="100068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B6AA1F4A-CF25-B7F3-E54F-EE375D298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6509032"/>
              <a:ext cx="871883" cy="8823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7AF067C4-400A-A191-ABAE-F4A3C12D1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6509032"/>
              <a:ext cx="890176" cy="3144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E71D262B-E304-3243-CADA-64608FA15F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6509501"/>
              <a:ext cx="176406" cy="449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DF343665-0B4C-9B5E-E085-9241BD847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562" y="6464317"/>
              <a:ext cx="190148" cy="4914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3CFA3B13-EB7D-AA2D-DD6E-75BE0F95E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5479" y="6440454"/>
              <a:ext cx="882231" cy="95936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308F5A3-C6A1-F625-36B4-146DAB7F6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2053" y="6440454"/>
              <a:ext cx="184240" cy="106269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ABDA45B3-E717-B7AF-AAAE-265417B10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8242" y="6440454"/>
              <a:ext cx="859468" cy="39267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0510F85F-3B8F-CE54-C983-E7771E529E3C}"/>
                </a:ext>
              </a:extLst>
            </p:cNvPr>
            <p:cNvSpPr txBox="1"/>
            <p:nvPr/>
          </p:nvSpPr>
          <p:spPr>
            <a:xfrm>
              <a:off x="6318767" y="5963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1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33402DEF-5C9A-8874-35AE-4F1F9591F84B}"/>
                </a:ext>
              </a:extLst>
            </p:cNvPr>
            <p:cNvSpPr txBox="1"/>
            <p:nvPr/>
          </p:nvSpPr>
          <p:spPr>
            <a:xfrm>
              <a:off x="9925663" y="5963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2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95611F4A-1059-1D32-A96A-BA83785F8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076" y="6865862"/>
              <a:ext cx="783775" cy="604499"/>
            </a:xfrm>
            <a:prstGeom prst="rect">
              <a:avLst/>
            </a:prstGeom>
            <a:effectLst/>
            <a:scene3d>
              <a:camera prst="isometricOffAxis1Right"/>
              <a:lightRig rig="threePt" dir="t"/>
            </a:scene3d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F7377C09-57A1-FF84-6E15-5F5D069B3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80028" y="6877449"/>
              <a:ext cx="783775" cy="587660"/>
            </a:xfrm>
            <a:prstGeom prst="rect">
              <a:avLst/>
            </a:prstGeom>
            <a:scene3d>
              <a:camera prst="isometricOffAxis2Left"/>
              <a:lightRig rig="threePt" dir="t"/>
            </a:scene3d>
          </p:spPr>
        </p:pic>
        <p:pic>
          <p:nvPicPr>
            <p:cNvPr id="212" name="图形 211">
              <a:extLst>
                <a:ext uri="{FF2B5EF4-FFF2-40B4-BE49-F238E27FC236}">
                  <a16:creationId xmlns:a16="http://schemas.microsoft.com/office/drawing/2014/main" id="{6EC860F5-BB97-66E2-038D-A6DD64F010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85318" y="6360999"/>
              <a:ext cx="287205" cy="295176"/>
            </a:xfrm>
            <a:prstGeom prst="rect">
              <a:avLst/>
            </a:prstGeom>
          </p:spPr>
        </p:pic>
        <p:pic>
          <p:nvPicPr>
            <p:cNvPr id="213" name="图形 212">
              <a:extLst>
                <a:ext uri="{FF2B5EF4-FFF2-40B4-BE49-F238E27FC236}">
                  <a16:creationId xmlns:a16="http://schemas.microsoft.com/office/drawing/2014/main" id="{82398686-9BC7-36B2-ECDA-0D3F1E753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059550" y="6292548"/>
              <a:ext cx="284903" cy="29517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/>
                <p:nvPr/>
              </p:nvSpPr>
              <p:spPr>
                <a:xfrm>
                  <a:off x="6654925" y="7577200"/>
                  <a:ext cx="1588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visible,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4925" y="7577200"/>
                  <a:ext cx="1588891" cy="338554"/>
                </a:xfrm>
                <a:prstGeom prst="rect">
                  <a:avLst/>
                </a:prstGeom>
                <a:blipFill>
                  <a:blip r:embed="rId19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9880794D-3CFB-88CC-0181-F1248567C733}"/>
                </a:ext>
              </a:extLst>
            </p:cNvPr>
            <p:cNvGrpSpPr/>
            <p:nvPr/>
          </p:nvGrpSpPr>
          <p:grpSpPr>
            <a:xfrm>
              <a:off x="8317600" y="7168111"/>
              <a:ext cx="654228" cy="826631"/>
              <a:chOff x="2184400" y="2321542"/>
              <a:chExt cx="1017811" cy="1286025"/>
            </a:xfrm>
          </p:grpSpPr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1378AFE2-78C6-A8D4-3775-1BEA1162AC7D}"/>
                  </a:ext>
                </a:extLst>
              </p:cNvPr>
              <p:cNvSpPr/>
              <p:nvPr/>
            </p:nvSpPr>
            <p:spPr>
              <a:xfrm>
                <a:off x="2184400" y="2387600"/>
                <a:ext cx="321706" cy="291997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B7FD2832-2EAE-11EC-B43A-83A309EE40F2}"/>
                  </a:ext>
                </a:extLst>
              </p:cNvPr>
              <p:cNvSpPr/>
              <p:nvPr/>
            </p:nvSpPr>
            <p:spPr>
              <a:xfrm>
                <a:off x="2660015" y="290068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8E77ADBF-F468-469F-055D-563A851C5D29}"/>
                  </a:ext>
                </a:extLst>
              </p:cNvPr>
              <p:cNvCxnSpPr>
                <a:cxnSpLocks/>
                <a:stCxn id="220" idx="1"/>
                <a:endCxn id="219" idx="5"/>
              </p:cNvCxnSpPr>
              <p:nvPr/>
            </p:nvCxnSpPr>
            <p:spPr>
              <a:xfrm flipH="1" flipV="1">
                <a:off x="2458993" y="2636835"/>
                <a:ext cx="211566" cy="274389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947E6FEC-A6F7-01A5-F89C-66D08BF3F7E3}"/>
                  </a:ext>
                </a:extLst>
              </p:cNvPr>
              <p:cNvSpPr/>
              <p:nvPr/>
            </p:nvSpPr>
            <p:spPr>
              <a:xfrm>
                <a:off x="2919453" y="2321542"/>
                <a:ext cx="235372" cy="4301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E4EE3397-B84D-AFEB-2E7E-4EFA6FDC4981}"/>
                  </a:ext>
                </a:extLst>
              </p:cNvPr>
              <p:cNvSpPr/>
              <p:nvPr/>
            </p:nvSpPr>
            <p:spPr>
              <a:xfrm rot="1613616">
                <a:off x="2872070" y="2948830"/>
                <a:ext cx="330141" cy="4903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A24C00ED-E173-F8CC-F2C0-FCC891F99ED2}"/>
                  </a:ext>
                </a:extLst>
              </p:cNvPr>
              <p:cNvSpPr/>
              <p:nvPr/>
            </p:nvSpPr>
            <p:spPr>
              <a:xfrm rot="1613616">
                <a:off x="2220213" y="3367128"/>
                <a:ext cx="429839" cy="24043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95B18057-F0EF-059C-32B7-0FB0F9897ADF}"/>
                  </a:ext>
                </a:extLst>
              </p:cNvPr>
              <p:cNvCxnSpPr>
                <a:cxnSpLocks/>
                <a:stCxn id="220" idx="7"/>
                <a:endCxn id="222" idx="3"/>
              </p:cNvCxnSpPr>
              <p:nvPr/>
            </p:nvCxnSpPr>
            <p:spPr>
              <a:xfrm flipV="1">
                <a:off x="2721471" y="2688677"/>
                <a:ext cx="232451" cy="22254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C73103ED-5892-43FF-73CE-79E20C991896}"/>
                  </a:ext>
                </a:extLst>
              </p:cNvPr>
              <p:cNvCxnSpPr>
                <a:cxnSpLocks/>
                <a:stCxn id="220" idx="5"/>
                <a:endCxn id="223" idx="2"/>
              </p:cNvCxnSpPr>
              <p:nvPr/>
            </p:nvCxnSpPr>
            <p:spPr>
              <a:xfrm>
                <a:off x="2721471" y="2962136"/>
                <a:ext cx="168452" cy="15721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55BCAF8D-ADF6-7A1B-35E8-63938B092DD3}"/>
                  </a:ext>
                </a:extLst>
              </p:cNvPr>
              <p:cNvCxnSpPr>
                <a:cxnSpLocks/>
                <a:stCxn id="220" idx="3"/>
                <a:endCxn id="224" idx="0"/>
              </p:cNvCxnSpPr>
              <p:nvPr/>
            </p:nvCxnSpPr>
            <p:spPr>
              <a:xfrm flipH="1">
                <a:off x="2489512" y="2962136"/>
                <a:ext cx="181047" cy="41799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箭头: 下 227">
              <a:extLst>
                <a:ext uri="{FF2B5EF4-FFF2-40B4-BE49-F238E27FC236}">
                  <a16:creationId xmlns:a16="http://schemas.microsoft.com/office/drawing/2014/main" id="{9323B325-8DAE-E8A2-1371-BCF0C2DEC1D0}"/>
                </a:ext>
              </a:extLst>
            </p:cNvPr>
            <p:cNvSpPr/>
            <p:nvPr/>
          </p:nvSpPr>
          <p:spPr>
            <a:xfrm>
              <a:off x="2687251" y="4835984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箭头: 下 228">
              <a:extLst>
                <a:ext uri="{FF2B5EF4-FFF2-40B4-BE49-F238E27FC236}">
                  <a16:creationId xmlns:a16="http://schemas.microsoft.com/office/drawing/2014/main" id="{951B8B61-31CA-207B-CBF4-5B2E8BA32DB4}"/>
                </a:ext>
              </a:extLst>
            </p:cNvPr>
            <p:cNvSpPr/>
            <p:nvPr/>
          </p:nvSpPr>
          <p:spPr>
            <a:xfrm rot="10800000">
              <a:off x="6511582" y="4817726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/>
                <p:nvPr/>
              </p:nvSpPr>
              <p:spPr>
                <a:xfrm>
                  <a:off x="9244361" y="7577200"/>
                  <a:ext cx="17436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invisible,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↓</a:t>
                  </a:r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361" y="7577200"/>
                  <a:ext cx="1743679" cy="338554"/>
                </a:xfrm>
                <a:prstGeom prst="rect">
                  <a:avLst/>
                </a:prstGeom>
                <a:blipFill>
                  <a:blip r:embed="rId20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03352AFA-4A39-D34B-F1DA-9EEA0B37E904}"/>
                </a:ext>
              </a:extLst>
            </p:cNvPr>
            <p:cNvSpPr txBox="1"/>
            <p:nvPr/>
          </p:nvSpPr>
          <p:spPr>
            <a:xfrm>
              <a:off x="2903418" y="4708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be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Densified</a:t>
              </a: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1AD2F3F-5F9F-D036-7440-F30800594351}"/>
                </a:ext>
              </a:extLst>
            </p:cNvPr>
            <p:cNvSpPr txBox="1"/>
            <p:nvPr/>
          </p:nvSpPr>
          <p:spPr>
            <a:xfrm>
              <a:off x="6665897" y="4708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be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Refined</a:t>
              </a: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B4B653AF-6D09-2539-18C0-23F62FAFF79F}"/>
                </a:ext>
              </a:extLst>
            </p:cNvPr>
            <p:cNvGrpSpPr/>
            <p:nvPr/>
          </p:nvGrpSpPr>
          <p:grpSpPr>
            <a:xfrm>
              <a:off x="6785663" y="2625967"/>
              <a:ext cx="1058779" cy="747617"/>
              <a:chOff x="2108481" y="3059714"/>
              <a:chExt cx="1058779" cy="747617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4946456-D82C-CDD8-25D1-32B9E989DC6A}"/>
                  </a:ext>
                </a:extLst>
              </p:cNvPr>
              <p:cNvSpPr/>
              <p:nvPr/>
            </p:nvSpPr>
            <p:spPr>
              <a:xfrm rot="10195896">
                <a:off x="2108481" y="3125256"/>
                <a:ext cx="643111" cy="1299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2F7CD21-5F1B-768E-7E79-B5D0360C8372}"/>
                  </a:ext>
                </a:extLst>
              </p:cNvPr>
              <p:cNvSpPr/>
              <p:nvPr/>
            </p:nvSpPr>
            <p:spPr>
              <a:xfrm>
                <a:off x="2662781" y="346228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F9EAC334-5A22-C180-4338-2726D762B4FE}"/>
                  </a:ext>
                </a:extLst>
              </p:cNvPr>
              <p:cNvCxnSpPr>
                <a:cxnSpLocks/>
                <a:stCxn id="20" idx="1"/>
                <a:endCxn id="19" idx="0"/>
              </p:cNvCxnSpPr>
              <p:nvPr/>
            </p:nvCxnSpPr>
            <p:spPr>
              <a:xfrm flipH="1" flipV="1">
                <a:off x="2441393" y="3254177"/>
                <a:ext cx="231932" cy="21865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5BE96A1-6B78-74A8-59BB-24A6CB6187D1}"/>
                  </a:ext>
                </a:extLst>
              </p:cNvPr>
              <p:cNvSpPr/>
              <p:nvPr/>
            </p:nvSpPr>
            <p:spPr>
              <a:xfrm rot="20203129">
                <a:off x="2897181" y="3059714"/>
                <a:ext cx="122479" cy="42625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7785934-5095-360C-0EE0-5EFE6BA999AE}"/>
                  </a:ext>
                </a:extLst>
              </p:cNvPr>
              <p:cNvSpPr/>
              <p:nvPr/>
            </p:nvSpPr>
            <p:spPr>
              <a:xfrm rot="13792023">
                <a:off x="2806515" y="3374741"/>
                <a:ext cx="97798" cy="62369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0369725-D5AF-944E-AB00-BE4D95C73B16}"/>
                  </a:ext>
                </a:extLst>
              </p:cNvPr>
              <p:cNvSpPr/>
              <p:nvPr/>
            </p:nvSpPr>
            <p:spPr>
              <a:xfrm rot="4008219">
                <a:off x="2176154" y="3434587"/>
                <a:ext cx="457063" cy="2884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B3D0F011-1263-683A-1F57-83B384355BD9}"/>
                  </a:ext>
                </a:extLst>
              </p:cNvPr>
              <p:cNvCxnSpPr>
                <a:cxnSpLocks/>
                <a:stCxn id="20" idx="7"/>
                <a:endCxn id="22" idx="2"/>
              </p:cNvCxnSpPr>
              <p:nvPr/>
            </p:nvCxnSpPr>
            <p:spPr>
              <a:xfrm flipV="1">
                <a:off x="2724237" y="3297046"/>
                <a:ext cx="177931" cy="175782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DF00BE57-7B2F-A3E3-D606-8E4DE12C4E42}"/>
                  </a:ext>
                </a:extLst>
              </p:cNvPr>
              <p:cNvCxnSpPr>
                <a:cxnSpLocks/>
                <a:stCxn id="20" idx="5"/>
                <a:endCxn id="23" idx="6"/>
              </p:cNvCxnSpPr>
              <p:nvPr/>
            </p:nvCxnSpPr>
            <p:spPr>
              <a:xfrm>
                <a:off x="2724237" y="3523740"/>
                <a:ext cx="99658" cy="12546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46A5808-1662-47DC-5679-02AC5A2DAEAF}"/>
                  </a:ext>
                </a:extLst>
              </p:cNvPr>
              <p:cNvCxnSpPr>
                <a:cxnSpLocks/>
                <a:stCxn id="20" idx="3"/>
                <a:endCxn id="24" idx="0"/>
              </p:cNvCxnSpPr>
              <p:nvPr/>
            </p:nvCxnSpPr>
            <p:spPr>
              <a:xfrm flipH="1" flipV="1">
                <a:off x="2537240" y="3521997"/>
                <a:ext cx="136085" cy="1743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F2B39CD1-DA65-3315-D741-3CA79BB7CA5F}"/>
                </a:ext>
              </a:extLst>
            </p:cNvPr>
            <p:cNvGrpSpPr/>
            <p:nvPr/>
          </p:nvGrpSpPr>
          <p:grpSpPr>
            <a:xfrm>
              <a:off x="9280028" y="2611820"/>
              <a:ext cx="1149244" cy="893053"/>
              <a:chOff x="3724599" y="3035744"/>
              <a:chExt cx="1149244" cy="893053"/>
            </a:xfrm>
          </p:grpSpPr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D7CEE9E1-A2E8-ABCE-908A-E02BD28A567E}"/>
                  </a:ext>
                </a:extLst>
              </p:cNvPr>
              <p:cNvSpPr/>
              <p:nvPr/>
            </p:nvSpPr>
            <p:spPr>
              <a:xfrm rot="3992235">
                <a:off x="4307402" y="2964523"/>
                <a:ext cx="257423" cy="3998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A1278894-8D37-BDD1-D5E9-CD2224B5B8D3}"/>
                  </a:ext>
                </a:extLst>
              </p:cNvPr>
              <p:cNvSpPr/>
              <p:nvPr/>
            </p:nvSpPr>
            <p:spPr>
              <a:xfrm>
                <a:off x="4580940" y="34688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DBE253D8-1F70-D69A-CD5B-C50DF7C8DC3B}"/>
                  </a:ext>
                </a:extLst>
              </p:cNvPr>
              <p:cNvCxnSpPr>
                <a:cxnSpLocks/>
                <a:stCxn id="244" idx="1"/>
              </p:cNvCxnSpPr>
              <p:nvPr/>
            </p:nvCxnSpPr>
            <p:spPr>
              <a:xfrm flipH="1" flipV="1">
                <a:off x="4483782" y="3312426"/>
                <a:ext cx="107702" cy="16699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6004FCD5-C3A3-8D27-4189-79AAE17963D9}"/>
                  </a:ext>
                </a:extLst>
              </p:cNvPr>
              <p:cNvSpPr/>
              <p:nvPr/>
            </p:nvSpPr>
            <p:spPr>
              <a:xfrm>
                <a:off x="4652940" y="3184522"/>
                <a:ext cx="193031" cy="172984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73B7B0C2-3A1A-D6C7-5071-4FB9C8A107B5}"/>
                  </a:ext>
                </a:extLst>
              </p:cNvPr>
              <p:cNvSpPr/>
              <p:nvPr/>
            </p:nvSpPr>
            <p:spPr>
              <a:xfrm rot="2739974">
                <a:off x="4737075" y="3582531"/>
                <a:ext cx="109020" cy="1645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6D59DBEF-135D-DB79-D9CB-540990FA39A3}"/>
                  </a:ext>
                </a:extLst>
              </p:cNvPr>
              <p:cNvSpPr/>
              <p:nvPr/>
            </p:nvSpPr>
            <p:spPr>
              <a:xfrm rot="6097636">
                <a:off x="3746699" y="3224778"/>
                <a:ext cx="681919" cy="7261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9" name="直接箭头连接符 248">
                <a:extLst>
                  <a:ext uri="{FF2B5EF4-FFF2-40B4-BE49-F238E27FC236}">
                    <a16:creationId xmlns:a16="http://schemas.microsoft.com/office/drawing/2014/main" id="{6C3D6405-C75E-25A1-8703-942FEEFB82E1}"/>
                  </a:ext>
                </a:extLst>
              </p:cNvPr>
              <p:cNvCxnSpPr>
                <a:cxnSpLocks/>
                <a:stCxn id="244" idx="7"/>
                <a:endCxn id="246" idx="4"/>
              </p:cNvCxnSpPr>
              <p:nvPr/>
            </p:nvCxnSpPr>
            <p:spPr>
              <a:xfrm flipV="1">
                <a:off x="4642396" y="3357506"/>
                <a:ext cx="107060" cy="12191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A076A577-7D3A-3079-1E22-8979426A7780}"/>
                  </a:ext>
                </a:extLst>
              </p:cNvPr>
              <p:cNvCxnSpPr>
                <a:cxnSpLocks/>
                <a:stCxn id="244" idx="5"/>
                <a:endCxn id="247" idx="2"/>
              </p:cNvCxnSpPr>
              <p:nvPr/>
            </p:nvCxnSpPr>
            <p:spPr>
              <a:xfrm>
                <a:off x="4642396" y="3530333"/>
                <a:ext cx="111095" cy="95466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3F9B14FE-BA54-EC60-7A71-ABEC2D3BA399}"/>
                  </a:ext>
                </a:extLst>
              </p:cNvPr>
              <p:cNvCxnSpPr>
                <a:cxnSpLocks/>
                <a:stCxn id="244" idx="3"/>
                <a:endCxn id="248" idx="0"/>
              </p:cNvCxnSpPr>
              <p:nvPr/>
            </p:nvCxnSpPr>
            <p:spPr>
              <a:xfrm flipH="1">
                <a:off x="4443268" y="3530333"/>
                <a:ext cx="148216" cy="13067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FFF103F7-FB3A-C80E-0B63-D3AEE22CA609}"/>
                </a:ext>
              </a:extLst>
            </p:cNvPr>
            <p:cNvGrpSpPr/>
            <p:nvPr/>
          </p:nvGrpSpPr>
          <p:grpSpPr>
            <a:xfrm>
              <a:off x="3939271" y="3684209"/>
              <a:ext cx="7175911" cy="830997"/>
              <a:chOff x="3536431" y="2373494"/>
              <a:chExt cx="7175911" cy="8309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/>
                                <m:t>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Orientation Dispersion</a:t>
                    </a:r>
                  </a:p>
                </p:txBody>
              </p:sp>
            </mc:Choice>
            <mc:Fallback xmlns=""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32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/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/>
                                <m:t>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bSup>
                        </m:oMath>
                      </m:oMathPara>
                    </a14:m>
                    <a:b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</a:br>
                    <a: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Relative-Scale Dispersion</a:t>
                    </a:r>
                  </a:p>
                </p:txBody>
              </p:sp>
            </mc:Choice>
            <mc:Fallback xmlns=""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665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6431" y="2373494"/>
                    <a:ext cx="2443969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altLang="zh-C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Anchor Geometric Dispersion</a:t>
                    </a:r>
                  </a:p>
                </p:txBody>
              </p:sp>
            </mc:Choice>
            <mc:Fallback xmlns="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6431" y="2373494"/>
                    <a:ext cx="2443969" cy="83099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87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/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3889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/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5000" r="-2222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9CF7C8F0-6BAF-05CF-43CC-9C9AFA46CE83}"/>
                </a:ext>
              </a:extLst>
            </p:cNvPr>
            <p:cNvSpPr txBox="1"/>
            <p:nvPr/>
          </p:nvSpPr>
          <p:spPr>
            <a:xfrm>
              <a:off x="6237958" y="2273960"/>
              <a:ext cx="22414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Orientation Dispersion</a:t>
              </a:r>
            </a:p>
          </p:txBody>
        </p: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58124978-614C-1185-2C83-1F43B72063AF}"/>
                </a:ext>
              </a:extLst>
            </p:cNvPr>
            <p:cNvSpPr txBox="1"/>
            <p:nvPr/>
          </p:nvSpPr>
          <p:spPr>
            <a:xfrm>
              <a:off x="8630233" y="2273960"/>
              <a:ext cx="28169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Relative-Scale Dispersion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80D32FA-EA09-787E-0B95-7AF46690BF19}"/>
                </a:ext>
              </a:extLst>
            </p:cNvPr>
            <p:cNvSpPr txBox="1"/>
            <p:nvPr/>
          </p:nvSpPr>
          <p:spPr>
            <a:xfrm>
              <a:off x="6146959" y="5407521"/>
              <a:ext cx="48410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Confidence-Guided Geometric Preservation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5" name="图形 314">
              <a:extLst>
                <a:ext uri="{FF2B5EF4-FFF2-40B4-BE49-F238E27FC236}">
                  <a16:creationId xmlns:a16="http://schemas.microsoft.com/office/drawing/2014/main" id="{018BD83D-A5C0-593D-B973-FBD6987390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75663" y="1308371"/>
              <a:ext cx="7639050" cy="36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262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Overview_zh">
            <a:extLst>
              <a:ext uri="{FF2B5EF4-FFF2-40B4-BE49-F238E27FC236}">
                <a16:creationId xmlns:a16="http://schemas.microsoft.com/office/drawing/2014/main" id="{00152DED-0EBE-1921-40FF-114BE6D0547F}"/>
              </a:ext>
            </a:extLst>
          </p:cNvPr>
          <p:cNvGrpSpPr/>
          <p:nvPr/>
        </p:nvGrpSpPr>
        <p:grpSpPr>
          <a:xfrm>
            <a:off x="-324591" y="1200390"/>
            <a:ext cx="12249891" cy="10356609"/>
            <a:chOff x="-324591" y="1200390"/>
            <a:chExt cx="12249891" cy="1035660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C7CBA8A-0151-F03C-E822-32295656C431}"/>
                </a:ext>
              </a:extLst>
            </p:cNvPr>
            <p:cNvSpPr/>
            <p:nvPr/>
          </p:nvSpPr>
          <p:spPr>
            <a:xfrm>
              <a:off x="287587" y="4235799"/>
              <a:ext cx="11191977" cy="2620407"/>
            </a:xfrm>
            <a:prstGeom prst="roundRect">
              <a:avLst>
                <a:gd name="adj" fmla="val 12626"/>
              </a:avLst>
            </a:prstGeom>
            <a:solidFill>
              <a:srgbClr val="E6FF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02773A5-B968-2B9B-FFF2-CEAC742CA463}"/>
                </a:ext>
              </a:extLst>
            </p:cNvPr>
            <p:cNvSpPr/>
            <p:nvPr/>
          </p:nvSpPr>
          <p:spPr>
            <a:xfrm>
              <a:off x="271411" y="1200390"/>
              <a:ext cx="11191977" cy="871774"/>
            </a:xfrm>
            <a:prstGeom prst="roundRect">
              <a:avLst>
                <a:gd name="adj" fmla="val 34333"/>
              </a:avLst>
            </a:prstGeom>
            <a:solidFill>
              <a:srgbClr val="FDE3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E6460A-D5DB-6324-A4A1-FCB3428C070E}"/>
                </a:ext>
              </a:extLst>
            </p:cNvPr>
            <p:cNvSpPr txBox="1"/>
            <p:nvPr/>
          </p:nvSpPr>
          <p:spPr>
            <a:xfrm>
              <a:off x="437236" y="1423282"/>
              <a:ext cx="173379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000" b="1" u="sng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场景层</a:t>
              </a:r>
              <a:endParaRPr lang="en-US" sz="20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3A37C7B-11F0-72C9-EC0D-1A7D93452BC7}"/>
                </a:ext>
              </a:extLst>
            </p:cNvPr>
            <p:cNvSpPr txBox="1"/>
            <p:nvPr/>
          </p:nvSpPr>
          <p:spPr>
            <a:xfrm>
              <a:off x="437236" y="4189354"/>
              <a:ext cx="2115220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000" b="1" u="sng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锚点层</a:t>
              </a:r>
              <a:endParaRPr lang="en-US" sz="20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13A7FB3-2487-706B-0B66-B55F41D51AF7}"/>
                </a:ext>
              </a:extLst>
            </p:cNvPr>
            <p:cNvSpPr txBox="1"/>
            <p:nvPr/>
          </p:nvSpPr>
          <p:spPr>
            <a:xfrm>
              <a:off x="1422400" y="4208404"/>
              <a:ext cx="531778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(b) </a:t>
              </a:r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几何离散度引导的致密化</a:t>
              </a:r>
              <a:endParaRPr 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04" name="组合 303">
              <a:extLst>
                <a:ext uri="{FF2B5EF4-FFF2-40B4-BE49-F238E27FC236}">
                  <a16:creationId xmlns:a16="http://schemas.microsoft.com/office/drawing/2014/main" id="{05FCB5BA-B5F7-A1FD-760E-5BDC55F34A91}"/>
                </a:ext>
              </a:extLst>
            </p:cNvPr>
            <p:cNvGrpSpPr/>
            <p:nvPr/>
          </p:nvGrpSpPr>
          <p:grpSpPr>
            <a:xfrm>
              <a:off x="1326517" y="5349564"/>
              <a:ext cx="2014654" cy="1104861"/>
              <a:chOff x="12471796" y="2460117"/>
              <a:chExt cx="2014654" cy="110486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/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=1 &amp;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𝑑𝑖𝑠𝑝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ABE04458-902E-A2A1-923C-862F9B51F8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71796" y="2460117"/>
                    <a:ext cx="2014654" cy="26520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212" r="-1212" b="-279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50A8882-8855-BE3A-1C57-BA360A963A8D}"/>
                  </a:ext>
                </a:extLst>
              </p:cNvPr>
              <p:cNvSpPr/>
              <p:nvPr/>
            </p:nvSpPr>
            <p:spPr>
              <a:xfrm>
                <a:off x="12776904" y="2955098"/>
                <a:ext cx="1404438" cy="609880"/>
              </a:xfrm>
              <a:prstGeom prst="rect">
                <a:avLst/>
              </a:prstGeom>
              <a:solidFill>
                <a:srgbClr val="BDD7E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致密化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EBF2BD-F964-50C6-4584-B4C92E098350}"/>
                </a:ext>
              </a:extLst>
            </p:cNvPr>
            <p:cNvSpPr txBox="1"/>
            <p:nvPr/>
          </p:nvSpPr>
          <p:spPr>
            <a:xfrm>
              <a:off x="11493500" y="4092574"/>
              <a:ext cx="431800" cy="4572000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zh-CN" altLang="en-US" sz="20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跨层级几何一致性</a:t>
              </a:r>
              <a:endParaRPr 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023AF39-9ED7-DAAF-7AB9-B022CC110F98}"/>
                </a:ext>
              </a:extLst>
            </p:cNvPr>
            <p:cNvSpPr txBox="1"/>
            <p:nvPr/>
          </p:nvSpPr>
          <p:spPr>
            <a:xfrm>
              <a:off x="-324591" y="4289010"/>
              <a:ext cx="128575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对齐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箭头: 下弧形 9">
              <a:extLst>
                <a:ext uri="{FF2B5EF4-FFF2-40B4-BE49-F238E27FC236}">
                  <a16:creationId xmlns:a16="http://schemas.microsoft.com/office/drawing/2014/main" id="{5976C3F4-76D0-0EB4-5C07-23BA9A471CB3}"/>
                </a:ext>
              </a:extLst>
            </p:cNvPr>
            <p:cNvSpPr/>
            <p:nvPr/>
          </p:nvSpPr>
          <p:spPr>
            <a:xfrm rot="16200000" flipV="1">
              <a:off x="-2810049" y="3965276"/>
              <a:ext cx="5738473" cy="767555"/>
            </a:xfrm>
            <a:prstGeom prst="curvedUp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CF6F15D-9862-0800-4087-D3BD4C2AA5AF}"/>
                </a:ext>
              </a:extLst>
            </p:cNvPr>
            <p:cNvSpPr txBox="1"/>
            <p:nvPr/>
          </p:nvSpPr>
          <p:spPr>
            <a:xfrm>
              <a:off x="3493188" y="1676794"/>
              <a:ext cx="660400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细结构：初始点云缺失、像素覆盖率低</a:t>
              </a:r>
              <a:endParaRPr 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0705104-2178-6473-A8CB-F2D474A4D260}"/>
                </a:ext>
              </a:extLst>
            </p:cNvPr>
            <p:cNvSpPr/>
            <p:nvPr/>
          </p:nvSpPr>
          <p:spPr>
            <a:xfrm>
              <a:off x="255235" y="6988049"/>
              <a:ext cx="11208153" cy="4568950"/>
            </a:xfrm>
            <a:prstGeom prst="roundRect">
              <a:avLst>
                <a:gd name="adj" fmla="val 7420"/>
              </a:avLst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23934B6-F25C-880F-9D1A-534765159DBB}"/>
                </a:ext>
              </a:extLst>
            </p:cNvPr>
            <p:cNvSpPr txBox="1"/>
            <p:nvPr/>
          </p:nvSpPr>
          <p:spPr>
            <a:xfrm>
              <a:off x="437236" y="6971013"/>
              <a:ext cx="2174066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000" b="1" u="sng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高斯层</a:t>
              </a:r>
              <a:endParaRPr lang="en-US" sz="2000" b="1" u="sng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FC5C665-6A03-B21E-D662-B93AAD4EA83F}"/>
                </a:ext>
              </a:extLst>
            </p:cNvPr>
            <p:cNvSpPr txBox="1"/>
            <p:nvPr/>
          </p:nvSpPr>
          <p:spPr>
            <a:xfrm>
              <a:off x="475336" y="7461560"/>
              <a:ext cx="531472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继承式尺度初始化</a:t>
              </a:r>
              <a:endParaRPr lang="en-US" altLang="zh-CN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流程图: 决策 148">
              <a:extLst>
                <a:ext uri="{FF2B5EF4-FFF2-40B4-BE49-F238E27FC236}">
                  <a16:creationId xmlns:a16="http://schemas.microsoft.com/office/drawing/2014/main" id="{CD50DFB0-026B-1F38-5C71-CA7752311894}"/>
                </a:ext>
              </a:extLst>
            </p:cNvPr>
            <p:cNvSpPr/>
            <p:nvPr/>
          </p:nvSpPr>
          <p:spPr>
            <a:xfrm>
              <a:off x="1756815" y="9106833"/>
              <a:ext cx="2520545" cy="783737"/>
            </a:xfrm>
            <a:prstGeom prst="flowChartDecisio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/>
                <p:nvPr/>
              </p:nvSpPr>
              <p:spPr>
                <a:xfrm>
                  <a:off x="1753124" y="9284316"/>
                  <a:ext cx="2605854" cy="375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𝑠𝑐𝑒𝑛𝑒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43087FD-7947-41C5-DE37-314151B33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24" y="9284316"/>
                  <a:ext cx="2605854" cy="375167"/>
                </a:xfrm>
                <a:prstGeom prst="rect">
                  <a:avLst/>
                </a:prstGeom>
                <a:blipFill>
                  <a:blip r:embed="rId3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7E913102-B987-F00E-2A3A-18BBC5C8F802}"/>
                </a:ext>
              </a:extLst>
            </p:cNvPr>
            <p:cNvCxnSpPr>
              <a:cxnSpLocks/>
            </p:cNvCxnSpPr>
            <p:nvPr/>
          </p:nvCxnSpPr>
          <p:spPr>
            <a:xfrm>
              <a:off x="1481643" y="9498702"/>
              <a:ext cx="275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连接符: 肘形 151">
              <a:extLst>
                <a:ext uri="{FF2B5EF4-FFF2-40B4-BE49-F238E27FC236}">
                  <a16:creationId xmlns:a16="http://schemas.microsoft.com/office/drawing/2014/main" id="{158E12E7-F2D3-B486-FD66-479ADDFF821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556942" y="8057797"/>
              <a:ext cx="509183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连接符: 肘形 152">
              <a:extLst>
                <a:ext uri="{FF2B5EF4-FFF2-40B4-BE49-F238E27FC236}">
                  <a16:creationId xmlns:a16="http://schemas.microsoft.com/office/drawing/2014/main" id="{D07B2493-C8C5-18E2-F4A6-A782AF771EC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71339" y="9336319"/>
              <a:ext cx="480389" cy="1588890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E92EC207-1B6C-7EB1-62D9-254C0A973611}"/>
                </a:ext>
              </a:extLst>
            </p:cNvPr>
            <p:cNvSpPr txBox="1"/>
            <p:nvPr/>
          </p:nvSpPr>
          <p:spPr>
            <a:xfrm>
              <a:off x="2691614" y="10373033"/>
              <a:ext cx="18550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锚点克隆</a:t>
              </a:r>
              <a:endParaRPr lang="en-US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BD0D9EE5-7ED4-79A0-BF47-17483120CA99}"/>
                </a:ext>
              </a:extLst>
            </p:cNvPr>
            <p:cNvSpPr txBox="1"/>
            <p:nvPr/>
          </p:nvSpPr>
          <p:spPr>
            <a:xfrm>
              <a:off x="2611302" y="8206907"/>
              <a:ext cx="1994676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锚点分裂</a:t>
              </a:r>
              <a:endParaRPr lang="en-US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/>
                <p:nvPr/>
              </p:nvSpPr>
              <p:spPr>
                <a:xfrm>
                  <a:off x="2428789" y="7856347"/>
                  <a:ext cx="3238552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父锚点尺度缩小为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∕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𝜅</m:t>
                      </m:r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2FFD9644-CEE5-3E1C-B70B-ADDF92229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8789" y="7856347"/>
                  <a:ext cx="3238552" cy="357534"/>
                </a:xfrm>
                <a:prstGeom prst="rect">
                  <a:avLst/>
                </a:prstGeom>
                <a:blipFill>
                  <a:blip r:embed="rId4"/>
                  <a:stretch>
                    <a:fillRect t="-8621" b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E90C005-8F65-F640-2EAF-94DEA816140D}"/>
                </a:ext>
              </a:extLst>
            </p:cNvPr>
            <p:cNvSpPr txBox="1"/>
            <p:nvPr/>
          </p:nvSpPr>
          <p:spPr>
            <a:xfrm>
              <a:off x="179286" y="10514563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待致密化锚点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E84E33AA-B769-EEB1-0D70-47C58C14DC57}"/>
                </a:ext>
              </a:extLst>
            </p:cNvPr>
            <p:cNvSpPr txBox="1"/>
            <p:nvPr/>
          </p:nvSpPr>
          <p:spPr>
            <a:xfrm>
              <a:off x="3017087" y="8682097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endParaRPr 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D35E12EB-654B-7425-4111-7587889187E7}"/>
                </a:ext>
              </a:extLst>
            </p:cNvPr>
            <p:cNvSpPr txBox="1"/>
            <p:nvPr/>
          </p:nvSpPr>
          <p:spPr>
            <a:xfrm>
              <a:off x="2959550" y="9962581"/>
              <a:ext cx="547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否</a:t>
              </a:r>
              <a:endParaRPr 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14C0BD8-CCF0-CFA4-2DB1-EB6A4B911BD3}"/>
                </a:ext>
              </a:extLst>
            </p:cNvPr>
            <p:cNvGrpSpPr/>
            <p:nvPr/>
          </p:nvGrpSpPr>
          <p:grpSpPr>
            <a:xfrm>
              <a:off x="795874" y="9126368"/>
              <a:ext cx="654228" cy="1181276"/>
              <a:chOff x="4239120" y="1911116"/>
              <a:chExt cx="654228" cy="1181276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AB83DDF-E769-A14A-C53F-1C55324C344D}"/>
                  </a:ext>
                </a:extLst>
              </p:cNvPr>
              <p:cNvGrpSpPr/>
              <p:nvPr/>
            </p:nvGrpSpPr>
            <p:grpSpPr>
              <a:xfrm>
                <a:off x="4239120" y="1911116"/>
                <a:ext cx="654228" cy="826631"/>
                <a:chOff x="2184400" y="2321542"/>
                <a:chExt cx="1017811" cy="1286025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3982A75E-905E-3431-1553-AFFA04BB97C8}"/>
                    </a:ext>
                  </a:extLst>
                </p:cNvPr>
                <p:cNvSpPr/>
                <p:nvPr/>
              </p:nvSpPr>
              <p:spPr>
                <a:xfrm>
                  <a:off x="2184400" y="2387600"/>
                  <a:ext cx="321706" cy="2919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8ED26FCD-D1F1-3918-8943-F4F0E5991E92}"/>
                    </a:ext>
                  </a:extLst>
                </p:cNvPr>
                <p:cNvSpPr/>
                <p:nvPr/>
              </p:nvSpPr>
              <p:spPr>
                <a:xfrm>
                  <a:off x="2660015" y="2900680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6E9A71CC-E091-C009-E692-E6D6E3862DFA}"/>
                    </a:ext>
                  </a:extLst>
                </p:cNvPr>
                <p:cNvCxnSpPr>
                  <a:cxnSpLocks/>
                  <a:stCxn id="35" idx="1"/>
                  <a:endCxn id="17" idx="5"/>
                </p:cNvCxnSpPr>
                <p:nvPr/>
              </p:nvCxnSpPr>
              <p:spPr>
                <a:xfrm flipH="1" flipV="1">
                  <a:off x="2458993" y="2636835"/>
                  <a:ext cx="211566" cy="274389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424F5F4-7390-2405-B827-3D052F62FCC3}"/>
                    </a:ext>
                  </a:extLst>
                </p:cNvPr>
                <p:cNvSpPr/>
                <p:nvPr/>
              </p:nvSpPr>
              <p:spPr>
                <a:xfrm>
                  <a:off x="2919453" y="2321542"/>
                  <a:ext cx="235372" cy="4301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D4A0863A-5D4A-0372-5349-DD7CEA6AE5F3}"/>
                    </a:ext>
                  </a:extLst>
                </p:cNvPr>
                <p:cNvSpPr/>
                <p:nvPr/>
              </p:nvSpPr>
              <p:spPr>
                <a:xfrm rot="1613616">
                  <a:off x="2872070" y="2948830"/>
                  <a:ext cx="330141" cy="4903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B4A694A-6DC0-2BF6-FE38-ADAEE1A8C16E}"/>
                    </a:ext>
                  </a:extLst>
                </p:cNvPr>
                <p:cNvSpPr/>
                <p:nvPr/>
              </p:nvSpPr>
              <p:spPr>
                <a:xfrm rot="1613616">
                  <a:off x="2220213" y="3367128"/>
                  <a:ext cx="429839" cy="240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1600B233-622B-8AD3-A8B0-B9DD0E226A69}"/>
                    </a:ext>
                  </a:extLst>
                </p:cNvPr>
                <p:cNvCxnSpPr>
                  <a:cxnSpLocks/>
                  <a:stCxn id="35" idx="7"/>
                  <a:endCxn id="41" idx="3"/>
                </p:cNvCxnSpPr>
                <p:nvPr/>
              </p:nvCxnSpPr>
              <p:spPr>
                <a:xfrm flipV="1">
                  <a:off x="2721471" y="2688677"/>
                  <a:ext cx="232451" cy="222547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1BD2DB1D-DEA1-2FA4-8CB1-CBE5A24410D2}"/>
                    </a:ext>
                  </a:extLst>
                </p:cNvPr>
                <p:cNvCxnSpPr>
                  <a:cxnSpLocks/>
                  <a:stCxn id="35" idx="5"/>
                  <a:endCxn id="42" idx="2"/>
                </p:cNvCxnSpPr>
                <p:nvPr/>
              </p:nvCxnSpPr>
              <p:spPr>
                <a:xfrm>
                  <a:off x="2721471" y="2962136"/>
                  <a:ext cx="168452" cy="15721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08E0C748-3002-2F34-33A8-F53205069255}"/>
                    </a:ext>
                  </a:extLst>
                </p:cNvPr>
                <p:cNvCxnSpPr>
                  <a:cxnSpLocks/>
                  <a:stCxn id="35" idx="3"/>
                  <a:endCxn id="43" idx="0"/>
                </p:cNvCxnSpPr>
                <p:nvPr/>
              </p:nvCxnSpPr>
              <p:spPr>
                <a:xfrm flipH="1">
                  <a:off x="2489512" y="2962136"/>
                  <a:ext cx="181047" cy="41799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B58F744-41EC-BB99-81AC-47277F54A3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0117" y="2827191"/>
                    <a:ext cx="264431" cy="26520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605" r="-9302" b="-2045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102CF2D9-CF44-020B-083E-E011F871F381}"/>
                </a:ext>
              </a:extLst>
            </p:cNvPr>
            <p:cNvGrpSpPr/>
            <p:nvPr/>
          </p:nvGrpSpPr>
          <p:grpSpPr>
            <a:xfrm>
              <a:off x="4585118" y="9894443"/>
              <a:ext cx="1508827" cy="1181802"/>
              <a:chOff x="6400299" y="7200729"/>
              <a:chExt cx="1508827" cy="1181802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11CF86B7-51B1-3835-BB2E-CD2C54FB2A76}"/>
                  </a:ext>
                </a:extLst>
              </p:cNvPr>
              <p:cNvGrpSpPr/>
              <p:nvPr/>
            </p:nvGrpSpPr>
            <p:grpSpPr>
              <a:xfrm>
                <a:off x="6400299" y="7201255"/>
                <a:ext cx="654228" cy="1181276"/>
                <a:chOff x="4239120" y="1911116"/>
                <a:chExt cx="654228" cy="1181276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EC0D792A-8CA7-23E4-C33E-13B1AD98349F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B90C8F95-10B3-A85B-9E4E-F2A993BF3BF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9CE927F3-3EE6-647C-24CA-2CA5BE18B52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2" name="直接箭头连接符 51">
                    <a:extLst>
                      <a:ext uri="{FF2B5EF4-FFF2-40B4-BE49-F238E27FC236}">
                        <a16:creationId xmlns:a16="http://schemas.microsoft.com/office/drawing/2014/main" id="{05F7C0A4-808A-B7DD-BA5B-CE9B50EE4AFF}"/>
                      </a:ext>
                    </a:extLst>
                  </p:cNvPr>
                  <p:cNvCxnSpPr>
                    <a:cxnSpLocks/>
                    <a:stCxn id="51" idx="1"/>
                    <a:endCxn id="50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椭圆 52">
                    <a:extLst>
                      <a:ext uri="{FF2B5EF4-FFF2-40B4-BE49-F238E27FC236}">
                        <a16:creationId xmlns:a16="http://schemas.microsoft.com/office/drawing/2014/main" id="{D44AF34B-3510-4786-A4FB-2D67A4139474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4" name="椭圆 53">
                    <a:extLst>
                      <a:ext uri="{FF2B5EF4-FFF2-40B4-BE49-F238E27FC236}">
                        <a16:creationId xmlns:a16="http://schemas.microsoft.com/office/drawing/2014/main" id="{D7B0FCC4-19EA-4740-1396-38CA92BFB6A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C23E37F9-8AEE-7979-D406-9CAF0A3BA12E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56" name="直接箭头连接符 55">
                    <a:extLst>
                      <a:ext uri="{FF2B5EF4-FFF2-40B4-BE49-F238E27FC236}">
                        <a16:creationId xmlns:a16="http://schemas.microsoft.com/office/drawing/2014/main" id="{10C7B2F6-C2BE-4333-6FF9-3992F8473D3C}"/>
                      </a:ext>
                    </a:extLst>
                  </p:cNvPr>
                  <p:cNvCxnSpPr>
                    <a:cxnSpLocks/>
                    <a:stCxn id="51" idx="7"/>
                    <a:endCxn id="53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箭头连接符 56">
                    <a:extLst>
                      <a:ext uri="{FF2B5EF4-FFF2-40B4-BE49-F238E27FC236}">
                        <a16:creationId xmlns:a16="http://schemas.microsoft.com/office/drawing/2014/main" id="{44E47C48-40AE-2FA6-DC00-48A4869412BD}"/>
                      </a:ext>
                    </a:extLst>
                  </p:cNvPr>
                  <p:cNvCxnSpPr>
                    <a:cxnSpLocks/>
                    <a:stCxn id="51" idx="5"/>
                    <a:endCxn id="54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57">
                    <a:extLst>
                      <a:ext uri="{FF2B5EF4-FFF2-40B4-BE49-F238E27FC236}">
                        <a16:creationId xmlns:a16="http://schemas.microsoft.com/office/drawing/2014/main" id="{4D4F7125-157A-7C14-FFC5-4D5D49DD4F72}"/>
                      </a:ext>
                    </a:extLst>
                  </p:cNvPr>
                  <p:cNvCxnSpPr>
                    <a:cxnSpLocks/>
                    <a:stCxn id="51" idx="3"/>
                    <a:endCxn id="55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4B13092-94DE-756D-21B7-B8AA94CDE8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64431" cy="265201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7670C7A8-DA76-0C9C-0F7B-393B152AE098}"/>
                  </a:ext>
                </a:extLst>
              </p:cNvPr>
              <p:cNvGrpSpPr/>
              <p:nvPr/>
            </p:nvGrpSpPr>
            <p:grpSpPr>
              <a:xfrm>
                <a:off x="7254898" y="7200729"/>
                <a:ext cx="654228" cy="1162296"/>
                <a:chOff x="4239120" y="1911116"/>
                <a:chExt cx="654228" cy="1162296"/>
              </a:xfrm>
            </p:grpSpPr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DA887501-DF07-5ACF-8C62-30E2D6B11642}"/>
                    </a:ext>
                  </a:extLst>
                </p:cNvPr>
                <p:cNvGrpSpPr/>
                <p:nvPr/>
              </p:nvGrpSpPr>
              <p:grpSpPr>
                <a:xfrm>
                  <a:off x="4239120" y="1911116"/>
                  <a:ext cx="654228" cy="826631"/>
                  <a:chOff x="2184400" y="2321542"/>
                  <a:chExt cx="1017811" cy="1286025"/>
                </a:xfrm>
              </p:grpSpPr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id="{17BB9519-6992-45F9-2A6A-92F384C6D86A}"/>
                      </a:ext>
                    </a:extLst>
                  </p:cNvPr>
                  <p:cNvSpPr/>
                  <p:nvPr/>
                </p:nvSpPr>
                <p:spPr>
                  <a:xfrm>
                    <a:off x="2184400" y="2387600"/>
                    <a:ext cx="321706" cy="2919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椭圆 62">
                    <a:extLst>
                      <a:ext uri="{FF2B5EF4-FFF2-40B4-BE49-F238E27FC236}">
                        <a16:creationId xmlns:a16="http://schemas.microsoft.com/office/drawing/2014/main" id="{19CB4EE4-6A7C-B974-E0EB-F85E34E1D5D8}"/>
                      </a:ext>
                    </a:extLst>
                  </p:cNvPr>
                  <p:cNvSpPr/>
                  <p:nvPr/>
                </p:nvSpPr>
                <p:spPr>
                  <a:xfrm>
                    <a:off x="2660015" y="290068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4" name="直接箭头连接符 63">
                    <a:extLst>
                      <a:ext uri="{FF2B5EF4-FFF2-40B4-BE49-F238E27FC236}">
                        <a16:creationId xmlns:a16="http://schemas.microsoft.com/office/drawing/2014/main" id="{FE0A4137-9AD5-E6F3-4866-ABC46A48A363}"/>
                      </a:ext>
                    </a:extLst>
                  </p:cNvPr>
                  <p:cNvCxnSpPr>
                    <a:cxnSpLocks/>
                    <a:stCxn id="63" idx="1"/>
                    <a:endCxn id="62" idx="5"/>
                  </p:cNvCxnSpPr>
                  <p:nvPr/>
                </p:nvCxnSpPr>
                <p:spPr>
                  <a:xfrm flipH="1" flipV="1">
                    <a:off x="2458993" y="2636835"/>
                    <a:ext cx="211566" cy="274389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椭圆 64">
                    <a:extLst>
                      <a:ext uri="{FF2B5EF4-FFF2-40B4-BE49-F238E27FC236}">
                        <a16:creationId xmlns:a16="http://schemas.microsoft.com/office/drawing/2014/main" id="{26325B91-381F-5197-B76F-0660CC893608}"/>
                      </a:ext>
                    </a:extLst>
                  </p:cNvPr>
                  <p:cNvSpPr/>
                  <p:nvPr/>
                </p:nvSpPr>
                <p:spPr>
                  <a:xfrm>
                    <a:off x="2919453" y="2321542"/>
                    <a:ext cx="235372" cy="43012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951C63C3-4752-96F6-93A9-F3FFB9CA3259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872070" y="2948830"/>
                    <a:ext cx="330141" cy="49036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2364B7C3-F183-7269-0067-CE65B70E32BC}"/>
                      </a:ext>
                    </a:extLst>
                  </p:cNvPr>
                  <p:cNvSpPr/>
                  <p:nvPr/>
                </p:nvSpPr>
                <p:spPr>
                  <a:xfrm rot="1613616">
                    <a:off x="2220213" y="3367128"/>
                    <a:ext cx="429839" cy="24043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2">
                          <a:lumMod val="50000"/>
                          <a:lumOff val="50000"/>
                        </a:schemeClr>
                      </a:gs>
                      <a:gs pos="50000">
                        <a:schemeClr val="tx2">
                          <a:lumMod val="25000"/>
                          <a:lumOff val="75000"/>
                        </a:schemeClr>
                      </a:gs>
                      <a:gs pos="100000">
                        <a:schemeClr val="tx2">
                          <a:lumMod val="10000"/>
                          <a:lumOff val="90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8" name="直接箭头连接符 67">
                    <a:extLst>
                      <a:ext uri="{FF2B5EF4-FFF2-40B4-BE49-F238E27FC236}">
                        <a16:creationId xmlns:a16="http://schemas.microsoft.com/office/drawing/2014/main" id="{46FD0485-4815-8724-0BB5-530BCCC8A6E4}"/>
                      </a:ext>
                    </a:extLst>
                  </p:cNvPr>
                  <p:cNvCxnSpPr>
                    <a:cxnSpLocks/>
                    <a:stCxn id="63" idx="7"/>
                    <a:endCxn id="65" idx="3"/>
                  </p:cNvCxnSpPr>
                  <p:nvPr/>
                </p:nvCxnSpPr>
                <p:spPr>
                  <a:xfrm flipV="1">
                    <a:off x="2721471" y="2688677"/>
                    <a:ext cx="232451" cy="222547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箭头连接符 68">
                    <a:extLst>
                      <a:ext uri="{FF2B5EF4-FFF2-40B4-BE49-F238E27FC236}">
                        <a16:creationId xmlns:a16="http://schemas.microsoft.com/office/drawing/2014/main" id="{B11E2BAF-6CF8-0BA9-84EC-87014444A362}"/>
                      </a:ext>
                    </a:extLst>
                  </p:cNvPr>
                  <p:cNvCxnSpPr>
                    <a:cxnSpLocks/>
                    <a:stCxn id="63" idx="5"/>
                    <a:endCxn id="66" idx="2"/>
                  </p:cNvCxnSpPr>
                  <p:nvPr/>
                </p:nvCxnSpPr>
                <p:spPr>
                  <a:xfrm>
                    <a:off x="2721471" y="2962136"/>
                    <a:ext cx="168452" cy="15721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>
                    <a:extLst>
                      <a:ext uri="{FF2B5EF4-FFF2-40B4-BE49-F238E27FC236}">
                        <a16:creationId xmlns:a16="http://schemas.microsoft.com/office/drawing/2014/main" id="{C80BD1B4-ACF0-46E3-A4B8-43907D367E48}"/>
                      </a:ext>
                    </a:extLst>
                  </p:cNvPr>
                  <p:cNvCxnSpPr>
                    <a:cxnSpLocks/>
                    <a:stCxn id="63" idx="3"/>
                    <a:endCxn id="67" idx="0"/>
                  </p:cNvCxnSpPr>
                  <p:nvPr/>
                </p:nvCxnSpPr>
                <p:spPr>
                  <a:xfrm flipH="1">
                    <a:off x="2489512" y="2962136"/>
                    <a:ext cx="181047" cy="417994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2890A5D7-D0D0-4F15-4411-D102E9888C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0117" y="2827191"/>
                      <a:ext cx="243400" cy="246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0000" r="-2500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5BDB255C-537F-E0CE-B48A-ED0351A6E118}"/>
                </a:ext>
              </a:extLst>
            </p:cNvPr>
            <p:cNvGrpSpPr/>
            <p:nvPr/>
          </p:nvGrpSpPr>
          <p:grpSpPr>
            <a:xfrm>
              <a:off x="4627624" y="8317438"/>
              <a:ext cx="1099133" cy="838512"/>
              <a:chOff x="5060327" y="5771963"/>
              <a:chExt cx="1099133" cy="838512"/>
            </a:xfrm>
          </p:grpSpPr>
          <p:grpSp>
            <p:nvGrpSpPr>
              <p:cNvPr id="94" name="组合 93">
                <a:extLst>
                  <a:ext uri="{FF2B5EF4-FFF2-40B4-BE49-F238E27FC236}">
                    <a16:creationId xmlns:a16="http://schemas.microsoft.com/office/drawing/2014/main" id="{E27CE71C-6FFF-1EC4-3EFE-49F7A2CE5E30}"/>
                  </a:ext>
                </a:extLst>
              </p:cNvPr>
              <p:cNvGrpSpPr/>
              <p:nvPr/>
            </p:nvGrpSpPr>
            <p:grpSpPr>
              <a:xfrm>
                <a:off x="5060327" y="5771963"/>
                <a:ext cx="444083" cy="838512"/>
                <a:chOff x="5060327" y="5771963"/>
                <a:chExt cx="444083" cy="838512"/>
              </a:xfrm>
            </p:grpSpPr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72907A54-5E8D-D2F0-DEB3-2532FC1080E4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1A5F746B-14A8-FF8A-C44B-792733C1DD29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2" name="直接箭头连接符 141">
                  <a:extLst>
                    <a:ext uri="{FF2B5EF4-FFF2-40B4-BE49-F238E27FC236}">
                      <a16:creationId xmlns:a16="http://schemas.microsoft.com/office/drawing/2014/main" id="{84163DDD-1E95-4A1A-1DC1-5215C996061F}"/>
                    </a:ext>
                  </a:extLst>
                </p:cNvPr>
                <p:cNvCxnSpPr>
                  <a:cxnSpLocks/>
                  <a:stCxn id="141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8C3BE9B7-CA0B-1F1F-A30A-7316DB3931A6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5B5604F5-1C80-EDC6-5DCD-0A9AE8CD4679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210F13EB-7591-7FBB-20CC-9B1384B56FDE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37EF391D-EC2D-B523-5F52-32B558478132}"/>
                    </a:ext>
                  </a:extLst>
                </p:cNvPr>
                <p:cNvCxnSpPr>
                  <a:cxnSpLocks/>
                  <a:stCxn id="141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>
                  <a:extLst>
                    <a:ext uri="{FF2B5EF4-FFF2-40B4-BE49-F238E27FC236}">
                      <a16:creationId xmlns:a16="http://schemas.microsoft.com/office/drawing/2014/main" id="{8CAD8054-AC90-E443-0872-1A0B37D604CA}"/>
                    </a:ext>
                  </a:extLst>
                </p:cNvPr>
                <p:cNvCxnSpPr>
                  <a:cxnSpLocks/>
                  <a:stCxn id="141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36F74A43-936F-4B84-DCBF-4B2E8D3FBD0A}"/>
                    </a:ext>
                  </a:extLst>
                </p:cNvPr>
                <p:cNvCxnSpPr>
                  <a:cxnSpLocks/>
                  <a:stCxn id="141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139" name="文本框 138">
                      <a:extLst>
                        <a:ext uri="{FF2B5EF4-FFF2-40B4-BE49-F238E27FC236}">
                          <a16:creationId xmlns:a16="http://schemas.microsoft.com/office/drawing/2014/main" id="{799B16B7-7AC0-2B34-D9E9-68AA302FF8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64431" cy="26520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5909" r="-6818" b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52D8380E-A80B-9A82-141E-212E1EB1B62B}"/>
                  </a:ext>
                </a:extLst>
              </p:cNvPr>
              <p:cNvGrpSpPr/>
              <p:nvPr/>
            </p:nvGrpSpPr>
            <p:grpSpPr>
              <a:xfrm>
                <a:off x="5715377" y="5771963"/>
                <a:ext cx="444083" cy="819532"/>
                <a:chOff x="5060327" y="5771963"/>
                <a:chExt cx="444083" cy="819532"/>
              </a:xfrm>
            </p:grpSpPr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CC57C3E1-8F27-CCB0-8D5A-CD8CAFA22678}"/>
                    </a:ext>
                  </a:extLst>
                </p:cNvPr>
                <p:cNvSpPr/>
                <p:nvPr/>
              </p:nvSpPr>
              <p:spPr>
                <a:xfrm>
                  <a:off x="5060327" y="5812459"/>
                  <a:ext cx="134422" cy="13297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EBD78F10-AA11-B28F-31C1-0DB77996B4A4}"/>
                    </a:ext>
                  </a:extLst>
                </p:cNvPr>
                <p:cNvSpPr/>
                <p:nvPr/>
              </p:nvSpPr>
              <p:spPr>
                <a:xfrm>
                  <a:off x="5249890" y="6027076"/>
                  <a:ext cx="46280" cy="4628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98" name="直接箭头连接符 97">
                  <a:extLst>
                    <a:ext uri="{FF2B5EF4-FFF2-40B4-BE49-F238E27FC236}">
                      <a16:creationId xmlns:a16="http://schemas.microsoft.com/office/drawing/2014/main" id="{C28B97B4-D27D-BD87-A27A-9EEEFDB79D19}"/>
                    </a:ext>
                  </a:extLst>
                </p:cNvPr>
                <p:cNvCxnSpPr>
                  <a:cxnSpLocks/>
                  <a:stCxn id="97" idx="1"/>
                </p:cNvCxnSpPr>
                <p:nvPr/>
              </p:nvCxnSpPr>
              <p:spPr>
                <a:xfrm flipH="1" flipV="1">
                  <a:off x="5166599" y="5924472"/>
                  <a:ext cx="90069" cy="109382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B7B41A01-F00C-0328-9A13-93E5AEB896B8}"/>
                    </a:ext>
                  </a:extLst>
                </p:cNvPr>
                <p:cNvSpPr/>
                <p:nvPr/>
              </p:nvSpPr>
              <p:spPr>
                <a:xfrm>
                  <a:off x="5394134" y="5771963"/>
                  <a:ext cx="98348" cy="1958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FD969D8A-24D9-0CF1-7C6C-1E02D1F5F2EF}"/>
                    </a:ext>
                  </a:extLst>
                </p:cNvPr>
                <p:cNvSpPr/>
                <p:nvPr/>
              </p:nvSpPr>
              <p:spPr>
                <a:xfrm rot="1613616">
                  <a:off x="5366463" y="6049997"/>
                  <a:ext cx="137947" cy="2233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BF35E30A-7C1F-6973-5213-44341DC92363}"/>
                    </a:ext>
                  </a:extLst>
                </p:cNvPr>
                <p:cNvSpPr/>
                <p:nvPr/>
              </p:nvSpPr>
              <p:spPr>
                <a:xfrm rot="1613616">
                  <a:off x="5064680" y="6188954"/>
                  <a:ext cx="179604" cy="10949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50000">
                      <a:schemeClr val="tx2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10000"/>
                        <a:lumOff val="9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02" name="直接箭头连接符 101">
                  <a:extLst>
                    <a:ext uri="{FF2B5EF4-FFF2-40B4-BE49-F238E27FC236}">
                      <a16:creationId xmlns:a16="http://schemas.microsoft.com/office/drawing/2014/main" id="{BA8E3D88-C8AA-952D-6578-5DA578F18A43}"/>
                    </a:ext>
                  </a:extLst>
                </p:cNvPr>
                <p:cNvCxnSpPr>
                  <a:cxnSpLocks/>
                  <a:stCxn id="97" idx="7"/>
                </p:cNvCxnSpPr>
                <p:nvPr/>
              </p:nvCxnSpPr>
              <p:spPr>
                <a:xfrm flipV="1">
                  <a:off x="5289392" y="5931294"/>
                  <a:ext cx="108277" cy="10256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箭头连接符 102">
                  <a:extLst>
                    <a:ext uri="{FF2B5EF4-FFF2-40B4-BE49-F238E27FC236}">
                      <a16:creationId xmlns:a16="http://schemas.microsoft.com/office/drawing/2014/main" id="{6E1DE711-E364-369E-0597-0A3616F8C9FE}"/>
                    </a:ext>
                  </a:extLst>
                </p:cNvPr>
                <p:cNvCxnSpPr>
                  <a:cxnSpLocks/>
                  <a:stCxn id="97" idx="5"/>
                </p:cNvCxnSpPr>
                <p:nvPr/>
              </p:nvCxnSpPr>
              <p:spPr>
                <a:xfrm>
                  <a:off x="5289392" y="6066578"/>
                  <a:ext cx="85402" cy="6988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箭头连接符 103">
                  <a:extLst>
                    <a:ext uri="{FF2B5EF4-FFF2-40B4-BE49-F238E27FC236}">
                      <a16:creationId xmlns:a16="http://schemas.microsoft.com/office/drawing/2014/main" id="{5309685E-2CD2-158E-8026-6E1D4153AFE3}"/>
                    </a:ext>
                  </a:extLst>
                </p:cNvPr>
                <p:cNvCxnSpPr>
                  <a:cxnSpLocks/>
                  <a:stCxn id="97" idx="3"/>
                </p:cNvCxnSpPr>
                <p:nvPr/>
              </p:nvCxnSpPr>
              <p:spPr>
                <a:xfrm flipH="1">
                  <a:off x="5194749" y="6066578"/>
                  <a:ext cx="61919" cy="149046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F880D2FD-02C2-F89C-DBE8-6DF1512932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8312" y="6345274"/>
                      <a:ext cx="248145" cy="24622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0000" r="-2500" b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/>
                <p:nvPr/>
              </p:nvSpPr>
              <p:spPr>
                <a:xfrm>
                  <a:off x="686324" y="11087910"/>
                  <a:ext cx="4981017" cy="35753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子锚点继承父锚点尺度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altLang="zh-CN" sz="1600" dirty="0"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 </a:t>
                  </a:r>
                  <a:endParaRPr lang="en-US" sz="16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6D54E30-5CBC-41F7-DFDE-8DF074107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24" y="11087910"/>
                  <a:ext cx="4981017" cy="357534"/>
                </a:xfrm>
                <a:prstGeom prst="rect">
                  <a:avLst/>
                </a:prstGeom>
                <a:blipFill>
                  <a:blip r:embed="rId10"/>
                  <a:stretch>
                    <a:fillRect t="-8475" b="-118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56B25BDD-8757-E50F-5A07-32C7A2E7B1C8}"/>
                </a:ext>
              </a:extLst>
            </p:cNvPr>
            <p:cNvGrpSpPr/>
            <p:nvPr/>
          </p:nvGrpSpPr>
          <p:grpSpPr>
            <a:xfrm>
              <a:off x="6826873" y="10171825"/>
              <a:ext cx="4010917" cy="1215335"/>
              <a:chOff x="7296962" y="5628298"/>
              <a:chExt cx="4010917" cy="1215335"/>
            </a:xfrm>
          </p:grpSpPr>
          <p:pic>
            <p:nvPicPr>
              <p:cNvPr id="110" name="图形 109" descr="雪花 纯色填充">
                <a:extLst>
                  <a:ext uri="{FF2B5EF4-FFF2-40B4-BE49-F238E27FC236}">
                    <a16:creationId xmlns:a16="http://schemas.microsoft.com/office/drawing/2014/main" id="{5771B476-1211-8495-BEF9-BA0AC54D9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83681" y="5714006"/>
                <a:ext cx="914400" cy="939778"/>
              </a:xfrm>
              <a:prstGeom prst="rect">
                <a:avLst/>
              </a:prstGeom>
            </p:spPr>
          </p:pic>
          <p:pic>
            <p:nvPicPr>
              <p:cNvPr id="111" name="图形 110" descr="树叶 纯色填充">
                <a:extLst>
                  <a:ext uri="{FF2B5EF4-FFF2-40B4-BE49-F238E27FC236}">
                    <a16:creationId xmlns:a16="http://schemas.microsoft.com/office/drawing/2014/main" id="{2B86B309-3E0B-CA76-3E3F-970F9376C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308725" y="5814093"/>
                <a:ext cx="681863" cy="700787"/>
              </a:xfrm>
              <a:prstGeom prst="rect">
                <a:avLst/>
              </a:prstGeom>
            </p:spPr>
          </p:pic>
          <p:sp>
            <p:nvSpPr>
              <p:cNvPr id="184" name="箭头: 右 183">
                <a:extLst>
                  <a:ext uri="{FF2B5EF4-FFF2-40B4-BE49-F238E27FC236}">
                    <a16:creationId xmlns:a16="http://schemas.microsoft.com/office/drawing/2014/main" id="{3AB9004E-3D84-FEA3-1AAD-EEA0992C1A2E}"/>
                  </a:ext>
                </a:extLst>
              </p:cNvPr>
              <p:cNvSpPr/>
              <p:nvPr/>
            </p:nvSpPr>
            <p:spPr>
              <a:xfrm>
                <a:off x="8398081" y="6004007"/>
                <a:ext cx="1822287" cy="38810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6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/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7F9D7CEF-C5B1-E5A4-3807-1E3975C3B2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6962" y="6505079"/>
                    <a:ext cx="1280160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A21AB14C-CB3F-09D0-8085-2376C216186A}"/>
                  </a:ext>
                </a:extLst>
              </p:cNvPr>
              <p:cNvSpPr txBox="1"/>
              <p:nvPr/>
            </p:nvSpPr>
            <p:spPr>
              <a:xfrm>
                <a:off x="7888823" y="5628298"/>
                <a:ext cx="27540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尺度保持</a:t>
                </a:r>
                <a:endParaRPr 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/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1B8D2143-CDAB-0C4F-4247-138D9AA22B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99224" y="6356276"/>
                    <a:ext cx="29093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39" name="文本框 238">
                    <a:extLst>
                      <a:ext uri="{FF2B5EF4-FFF2-40B4-BE49-F238E27FC236}">
                        <a16:creationId xmlns:a16="http://schemas.microsoft.com/office/drawing/2014/main" id="{E6063035-5412-C50E-6497-0E633CDD41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7719" y="6505079"/>
                    <a:ext cx="1280160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8C1AB3E6-B2EF-2609-702A-82F38EA43571}"/>
                </a:ext>
              </a:extLst>
            </p:cNvPr>
            <p:cNvSpPr txBox="1"/>
            <p:nvPr/>
          </p:nvSpPr>
          <p:spPr>
            <a:xfrm>
              <a:off x="8662027" y="9492508"/>
              <a:ext cx="65" cy="2846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1355CFB2-4390-43E7-195A-FA129761E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8534467"/>
              <a:ext cx="198093" cy="100068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B6AA1F4A-CF25-B7F3-E54F-EE375D298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8541032"/>
              <a:ext cx="871883" cy="8823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7AF067C4-400A-A191-ABAE-F4A3C12D1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3905" y="8541032"/>
              <a:ext cx="890176" cy="31449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E71D262B-E304-3243-CADA-64608FA15F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177" y="8541501"/>
              <a:ext cx="176406" cy="449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DF343665-0B4C-9B5E-E085-9241BD847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562" y="8496317"/>
              <a:ext cx="190148" cy="4914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3CFA3B13-EB7D-AA2D-DD6E-75BE0F95E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5479" y="8472454"/>
              <a:ext cx="882231" cy="95936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308F5A3-C6A1-F625-36B4-146DAB7F6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2053" y="8472454"/>
              <a:ext cx="184240" cy="106269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ABDA45B3-E717-B7AF-AAAE-265417B10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8242" y="8472454"/>
              <a:ext cx="859468" cy="39267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0510F85F-3B8F-CE54-C983-E7771E529E3C}"/>
                </a:ext>
              </a:extLst>
            </p:cNvPr>
            <p:cNvSpPr txBox="1"/>
            <p:nvPr/>
          </p:nvSpPr>
          <p:spPr>
            <a:xfrm>
              <a:off x="6318767" y="7995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视角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33402DEF-5C9A-8874-35AE-4F1F9591F84B}"/>
                </a:ext>
              </a:extLst>
            </p:cNvPr>
            <p:cNvSpPr txBox="1"/>
            <p:nvPr/>
          </p:nvSpPr>
          <p:spPr>
            <a:xfrm>
              <a:off x="9925663" y="7995477"/>
              <a:ext cx="12801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视角 </a:t>
              </a:r>
              <a:r>
                <a:rPr lang="en-US" altLang="zh-CN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95611F4A-1059-1D32-A96A-BA83785F8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1076" y="8897862"/>
              <a:ext cx="783775" cy="604499"/>
            </a:xfrm>
            <a:prstGeom prst="rect">
              <a:avLst/>
            </a:prstGeom>
            <a:effectLst/>
            <a:scene3d>
              <a:camera prst="isometricOffAxis1Right"/>
              <a:lightRig rig="threePt" dir="t"/>
            </a:scene3d>
          </p:spPr>
        </p:pic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F7377C09-57A1-FF84-6E15-5F5D069B3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80028" y="8909449"/>
              <a:ext cx="783775" cy="587660"/>
            </a:xfrm>
            <a:prstGeom prst="rect">
              <a:avLst/>
            </a:prstGeom>
            <a:scene3d>
              <a:camera prst="isometricOffAxis2Left"/>
              <a:lightRig rig="threePt" dir="t"/>
            </a:scene3d>
          </p:spPr>
        </p:pic>
        <p:pic>
          <p:nvPicPr>
            <p:cNvPr id="212" name="图形 211">
              <a:extLst>
                <a:ext uri="{FF2B5EF4-FFF2-40B4-BE49-F238E27FC236}">
                  <a16:creationId xmlns:a16="http://schemas.microsoft.com/office/drawing/2014/main" id="{6EC860F5-BB97-66E2-038D-A6DD64F010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985318" y="8392999"/>
              <a:ext cx="287205" cy="295176"/>
            </a:xfrm>
            <a:prstGeom prst="rect">
              <a:avLst/>
            </a:prstGeom>
          </p:spPr>
        </p:pic>
        <p:pic>
          <p:nvPicPr>
            <p:cNvPr id="213" name="图形 212">
              <a:extLst>
                <a:ext uri="{FF2B5EF4-FFF2-40B4-BE49-F238E27FC236}">
                  <a16:creationId xmlns:a16="http://schemas.microsoft.com/office/drawing/2014/main" id="{82398686-9BC7-36B2-ECDA-0D3F1E753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059550" y="8324548"/>
              <a:ext cx="284903" cy="29517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/>
                <p:nvPr/>
              </p:nvSpPr>
              <p:spPr>
                <a:xfrm>
                  <a:off x="6654925" y="9609200"/>
                  <a:ext cx="15888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可见，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↑</a:t>
                  </a:r>
                </a:p>
              </p:txBody>
            </p:sp>
          </mc:Choice>
          <mc:Fallback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934637-E34E-A0A7-1A2C-DF3E0D835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4925" y="9609200"/>
                  <a:ext cx="1588891" cy="338554"/>
                </a:xfrm>
                <a:prstGeom prst="rect">
                  <a:avLst/>
                </a:prstGeom>
                <a:blipFill>
                  <a:blip r:embed="rId19"/>
                  <a:stretch>
                    <a:fillRect t="-7143" b="-232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9880794D-3CFB-88CC-0181-F1248567C733}"/>
                </a:ext>
              </a:extLst>
            </p:cNvPr>
            <p:cNvGrpSpPr/>
            <p:nvPr/>
          </p:nvGrpSpPr>
          <p:grpSpPr>
            <a:xfrm>
              <a:off x="8317600" y="9200111"/>
              <a:ext cx="654228" cy="826631"/>
              <a:chOff x="2184400" y="2321542"/>
              <a:chExt cx="1017811" cy="1286025"/>
            </a:xfrm>
          </p:grpSpPr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1378AFE2-78C6-A8D4-3775-1BEA1162AC7D}"/>
                  </a:ext>
                </a:extLst>
              </p:cNvPr>
              <p:cNvSpPr/>
              <p:nvPr/>
            </p:nvSpPr>
            <p:spPr>
              <a:xfrm>
                <a:off x="2184400" y="2387600"/>
                <a:ext cx="321706" cy="291997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B7FD2832-2EAE-11EC-B43A-83A309EE40F2}"/>
                  </a:ext>
                </a:extLst>
              </p:cNvPr>
              <p:cNvSpPr/>
              <p:nvPr/>
            </p:nvSpPr>
            <p:spPr>
              <a:xfrm>
                <a:off x="2660015" y="290068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8E77ADBF-F468-469F-055D-563A851C5D29}"/>
                  </a:ext>
                </a:extLst>
              </p:cNvPr>
              <p:cNvCxnSpPr>
                <a:cxnSpLocks/>
                <a:stCxn id="220" idx="1"/>
                <a:endCxn id="219" idx="5"/>
              </p:cNvCxnSpPr>
              <p:nvPr/>
            </p:nvCxnSpPr>
            <p:spPr>
              <a:xfrm flipH="1" flipV="1">
                <a:off x="2458993" y="2636835"/>
                <a:ext cx="211566" cy="274389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椭圆 221">
                <a:extLst>
                  <a:ext uri="{FF2B5EF4-FFF2-40B4-BE49-F238E27FC236}">
                    <a16:creationId xmlns:a16="http://schemas.microsoft.com/office/drawing/2014/main" id="{947E6FEC-A6F7-01A5-F89C-66D08BF3F7E3}"/>
                  </a:ext>
                </a:extLst>
              </p:cNvPr>
              <p:cNvSpPr/>
              <p:nvPr/>
            </p:nvSpPr>
            <p:spPr>
              <a:xfrm>
                <a:off x="2919453" y="2321542"/>
                <a:ext cx="235372" cy="4301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E4EE3397-B84D-AFEB-2E7E-4EFA6FDC4981}"/>
                  </a:ext>
                </a:extLst>
              </p:cNvPr>
              <p:cNvSpPr/>
              <p:nvPr/>
            </p:nvSpPr>
            <p:spPr>
              <a:xfrm rot="1613616">
                <a:off x="2872070" y="2948830"/>
                <a:ext cx="330141" cy="4903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A24C00ED-E173-F8CC-F2C0-FCC891F99ED2}"/>
                  </a:ext>
                </a:extLst>
              </p:cNvPr>
              <p:cNvSpPr/>
              <p:nvPr/>
            </p:nvSpPr>
            <p:spPr>
              <a:xfrm rot="1613616">
                <a:off x="2220213" y="3367128"/>
                <a:ext cx="429839" cy="24043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95B18057-F0EF-059C-32B7-0FB0F9897ADF}"/>
                  </a:ext>
                </a:extLst>
              </p:cNvPr>
              <p:cNvCxnSpPr>
                <a:cxnSpLocks/>
                <a:stCxn id="220" idx="7"/>
                <a:endCxn id="222" idx="3"/>
              </p:cNvCxnSpPr>
              <p:nvPr/>
            </p:nvCxnSpPr>
            <p:spPr>
              <a:xfrm flipV="1">
                <a:off x="2721471" y="2688677"/>
                <a:ext cx="232451" cy="22254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C73103ED-5892-43FF-73CE-79E20C991896}"/>
                  </a:ext>
                </a:extLst>
              </p:cNvPr>
              <p:cNvCxnSpPr>
                <a:cxnSpLocks/>
                <a:stCxn id="220" idx="5"/>
                <a:endCxn id="223" idx="2"/>
              </p:cNvCxnSpPr>
              <p:nvPr/>
            </p:nvCxnSpPr>
            <p:spPr>
              <a:xfrm>
                <a:off x="2721471" y="2962136"/>
                <a:ext cx="168452" cy="15721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55BCAF8D-ADF6-7A1B-35E8-63938B092DD3}"/>
                  </a:ext>
                </a:extLst>
              </p:cNvPr>
              <p:cNvCxnSpPr>
                <a:cxnSpLocks/>
                <a:stCxn id="220" idx="3"/>
                <a:endCxn id="224" idx="0"/>
              </p:cNvCxnSpPr>
              <p:nvPr/>
            </p:nvCxnSpPr>
            <p:spPr>
              <a:xfrm flipH="1">
                <a:off x="2489512" y="2962136"/>
                <a:ext cx="181047" cy="41799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箭头: 下 227">
              <a:extLst>
                <a:ext uri="{FF2B5EF4-FFF2-40B4-BE49-F238E27FC236}">
                  <a16:creationId xmlns:a16="http://schemas.microsoft.com/office/drawing/2014/main" id="{9323B325-8DAE-E8A2-1371-BCF0C2DEC1D0}"/>
                </a:ext>
              </a:extLst>
            </p:cNvPr>
            <p:cNvSpPr/>
            <p:nvPr/>
          </p:nvSpPr>
          <p:spPr>
            <a:xfrm>
              <a:off x="4089400" y="6867984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箭头: 下 228">
              <a:extLst>
                <a:ext uri="{FF2B5EF4-FFF2-40B4-BE49-F238E27FC236}">
                  <a16:creationId xmlns:a16="http://schemas.microsoft.com/office/drawing/2014/main" id="{951B8B61-31CA-207B-CBF4-5B2E8BA32DB4}"/>
                </a:ext>
              </a:extLst>
            </p:cNvPr>
            <p:cNvSpPr/>
            <p:nvPr/>
          </p:nvSpPr>
          <p:spPr>
            <a:xfrm rot="10800000">
              <a:off x="6511582" y="6849726"/>
              <a:ext cx="459151" cy="46859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/>
                <p:nvPr/>
              </p:nvSpPr>
              <p:spPr>
                <a:xfrm>
                  <a:off x="8994361" y="9609200"/>
                  <a:ext cx="22436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不可见，</a:t>
                  </a:r>
                  <a:r>
                    <a:rPr lang="en-US" altLang="zh-CN" sz="160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不变</a:t>
                  </a:r>
                </a:p>
              </p:txBody>
            </p:sp>
          </mc:Choice>
          <mc:Fallback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CCE735E3-7692-D1DB-250B-BC2689DD3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361" y="9609200"/>
                  <a:ext cx="1743679" cy="338554"/>
                </a:xfrm>
                <a:prstGeom prst="rect">
                  <a:avLst/>
                </a:prstGeom>
                <a:blipFill>
                  <a:blip r:embed="rId20"/>
                  <a:stretch>
                    <a:fillRect t="-7143" b="-232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03352AFA-4A39-D34B-F1DA-9EEA0B37E904}"/>
                </a:ext>
              </a:extLst>
            </p:cNvPr>
            <p:cNvSpPr txBox="1"/>
            <p:nvPr/>
          </p:nvSpPr>
          <p:spPr>
            <a:xfrm>
              <a:off x="4305567" y="6740330"/>
              <a:ext cx="207170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待致密化锚点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41AD2F3F-5F9F-D036-7440-F30800594351}"/>
                </a:ext>
              </a:extLst>
            </p:cNvPr>
            <p:cNvSpPr txBox="1"/>
            <p:nvPr/>
          </p:nvSpPr>
          <p:spPr>
            <a:xfrm>
              <a:off x="6531892" y="6562530"/>
              <a:ext cx="2236510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CN" altLang="en-US" sz="16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观测充分后再次致密化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B4B653AF-6D09-2539-18C0-23F62FAFF79F}"/>
                </a:ext>
              </a:extLst>
            </p:cNvPr>
            <p:cNvGrpSpPr/>
            <p:nvPr/>
          </p:nvGrpSpPr>
          <p:grpSpPr>
            <a:xfrm>
              <a:off x="6785663" y="4657967"/>
              <a:ext cx="1058779" cy="747617"/>
              <a:chOff x="2108481" y="3059714"/>
              <a:chExt cx="1058779" cy="747617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4946456-D82C-CDD8-25D1-32B9E989DC6A}"/>
                  </a:ext>
                </a:extLst>
              </p:cNvPr>
              <p:cNvSpPr/>
              <p:nvPr/>
            </p:nvSpPr>
            <p:spPr>
              <a:xfrm rot="10195896">
                <a:off x="2108481" y="3125256"/>
                <a:ext cx="643111" cy="1299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2F7CD21-5F1B-768E-7E79-B5D0360C8372}"/>
                  </a:ext>
                </a:extLst>
              </p:cNvPr>
              <p:cNvSpPr/>
              <p:nvPr/>
            </p:nvSpPr>
            <p:spPr>
              <a:xfrm>
                <a:off x="2662781" y="346228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F9EAC334-5A22-C180-4338-2726D762B4FE}"/>
                  </a:ext>
                </a:extLst>
              </p:cNvPr>
              <p:cNvCxnSpPr>
                <a:cxnSpLocks/>
                <a:stCxn id="20" idx="1"/>
                <a:endCxn id="19" idx="0"/>
              </p:cNvCxnSpPr>
              <p:nvPr/>
            </p:nvCxnSpPr>
            <p:spPr>
              <a:xfrm flipH="1" flipV="1">
                <a:off x="2441393" y="3254177"/>
                <a:ext cx="231932" cy="21865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5BE96A1-6B78-74A8-59BB-24A6CB6187D1}"/>
                  </a:ext>
                </a:extLst>
              </p:cNvPr>
              <p:cNvSpPr/>
              <p:nvPr/>
            </p:nvSpPr>
            <p:spPr>
              <a:xfrm rot="20203129">
                <a:off x="2897181" y="3059714"/>
                <a:ext cx="122479" cy="42625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7785934-5095-360C-0EE0-5EFE6BA999AE}"/>
                  </a:ext>
                </a:extLst>
              </p:cNvPr>
              <p:cNvSpPr/>
              <p:nvPr/>
            </p:nvSpPr>
            <p:spPr>
              <a:xfrm rot="13792023">
                <a:off x="2806515" y="3374741"/>
                <a:ext cx="97798" cy="62369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0369725-D5AF-944E-AB00-BE4D95C73B16}"/>
                  </a:ext>
                </a:extLst>
              </p:cNvPr>
              <p:cNvSpPr/>
              <p:nvPr/>
            </p:nvSpPr>
            <p:spPr>
              <a:xfrm rot="4008219">
                <a:off x="2176154" y="3434587"/>
                <a:ext cx="457063" cy="288425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B3D0F011-1263-683A-1F57-83B384355BD9}"/>
                  </a:ext>
                </a:extLst>
              </p:cNvPr>
              <p:cNvCxnSpPr>
                <a:cxnSpLocks/>
                <a:stCxn id="20" idx="7"/>
                <a:endCxn id="22" idx="2"/>
              </p:cNvCxnSpPr>
              <p:nvPr/>
            </p:nvCxnSpPr>
            <p:spPr>
              <a:xfrm flipV="1">
                <a:off x="2724237" y="3297046"/>
                <a:ext cx="177931" cy="175782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DF00BE57-7B2F-A3E3-D606-8E4DE12C4E42}"/>
                  </a:ext>
                </a:extLst>
              </p:cNvPr>
              <p:cNvCxnSpPr>
                <a:cxnSpLocks/>
                <a:stCxn id="20" idx="5"/>
                <a:endCxn id="23" idx="6"/>
              </p:cNvCxnSpPr>
              <p:nvPr/>
            </p:nvCxnSpPr>
            <p:spPr>
              <a:xfrm>
                <a:off x="2724237" y="3523740"/>
                <a:ext cx="99658" cy="12546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A46A5808-1662-47DC-5679-02AC5A2DAEAF}"/>
                  </a:ext>
                </a:extLst>
              </p:cNvPr>
              <p:cNvCxnSpPr>
                <a:cxnSpLocks/>
                <a:stCxn id="20" idx="3"/>
                <a:endCxn id="24" idx="0"/>
              </p:cNvCxnSpPr>
              <p:nvPr/>
            </p:nvCxnSpPr>
            <p:spPr>
              <a:xfrm flipH="1" flipV="1">
                <a:off x="2537240" y="3521997"/>
                <a:ext cx="136085" cy="1743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F2B39CD1-DA65-3315-D741-3CA79BB7CA5F}"/>
                </a:ext>
              </a:extLst>
            </p:cNvPr>
            <p:cNvGrpSpPr/>
            <p:nvPr/>
          </p:nvGrpSpPr>
          <p:grpSpPr>
            <a:xfrm>
              <a:off x="9280028" y="4643820"/>
              <a:ext cx="1149244" cy="893053"/>
              <a:chOff x="3724599" y="3035744"/>
              <a:chExt cx="1149244" cy="893053"/>
            </a:xfrm>
          </p:grpSpPr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D7CEE9E1-A2E8-ABCE-908A-E02BD28A567E}"/>
                  </a:ext>
                </a:extLst>
              </p:cNvPr>
              <p:cNvSpPr/>
              <p:nvPr/>
            </p:nvSpPr>
            <p:spPr>
              <a:xfrm rot="3992235">
                <a:off x="4307402" y="2964523"/>
                <a:ext cx="257423" cy="39986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A1278894-8D37-BDD1-D5E9-CD2224B5B8D3}"/>
                  </a:ext>
                </a:extLst>
              </p:cNvPr>
              <p:cNvSpPr/>
              <p:nvPr/>
            </p:nvSpPr>
            <p:spPr>
              <a:xfrm>
                <a:off x="4580940" y="3468877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DBE253D8-1F70-D69A-CD5B-C50DF7C8DC3B}"/>
                  </a:ext>
                </a:extLst>
              </p:cNvPr>
              <p:cNvCxnSpPr>
                <a:cxnSpLocks/>
                <a:stCxn id="244" idx="1"/>
              </p:cNvCxnSpPr>
              <p:nvPr/>
            </p:nvCxnSpPr>
            <p:spPr>
              <a:xfrm flipH="1" flipV="1">
                <a:off x="4483782" y="3312426"/>
                <a:ext cx="107702" cy="16699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椭圆 245">
                <a:extLst>
                  <a:ext uri="{FF2B5EF4-FFF2-40B4-BE49-F238E27FC236}">
                    <a16:creationId xmlns:a16="http://schemas.microsoft.com/office/drawing/2014/main" id="{6004FCD5-C3A3-8D27-4189-79AAE17963D9}"/>
                  </a:ext>
                </a:extLst>
              </p:cNvPr>
              <p:cNvSpPr/>
              <p:nvPr/>
            </p:nvSpPr>
            <p:spPr>
              <a:xfrm>
                <a:off x="4652940" y="3184522"/>
                <a:ext cx="193031" cy="172984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73B7B0C2-3A1A-D6C7-5071-4FB9C8A107B5}"/>
                  </a:ext>
                </a:extLst>
              </p:cNvPr>
              <p:cNvSpPr/>
              <p:nvPr/>
            </p:nvSpPr>
            <p:spPr>
              <a:xfrm rot="2739974">
                <a:off x="4737075" y="3582531"/>
                <a:ext cx="109020" cy="164516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6D59DBEF-135D-DB79-D9CB-540990FA39A3}"/>
                  </a:ext>
                </a:extLst>
              </p:cNvPr>
              <p:cNvSpPr/>
              <p:nvPr/>
            </p:nvSpPr>
            <p:spPr>
              <a:xfrm rot="6097636">
                <a:off x="3746699" y="3224778"/>
                <a:ext cx="681919" cy="7261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50000">
                    <a:schemeClr val="tx2">
                      <a:lumMod val="25000"/>
                      <a:lumOff val="75000"/>
                    </a:schemeClr>
                  </a:gs>
                  <a:gs pos="100000">
                    <a:schemeClr val="tx2">
                      <a:lumMod val="10000"/>
                      <a:lumOff val="9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9" name="直接箭头连接符 248">
                <a:extLst>
                  <a:ext uri="{FF2B5EF4-FFF2-40B4-BE49-F238E27FC236}">
                    <a16:creationId xmlns:a16="http://schemas.microsoft.com/office/drawing/2014/main" id="{6C3D6405-C75E-25A1-8703-942FEEFB82E1}"/>
                  </a:ext>
                </a:extLst>
              </p:cNvPr>
              <p:cNvCxnSpPr>
                <a:cxnSpLocks/>
                <a:stCxn id="244" idx="7"/>
                <a:endCxn id="246" idx="4"/>
              </p:cNvCxnSpPr>
              <p:nvPr/>
            </p:nvCxnSpPr>
            <p:spPr>
              <a:xfrm flipV="1">
                <a:off x="4642396" y="3357506"/>
                <a:ext cx="107060" cy="12191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A076A577-7D3A-3079-1E22-8979426A7780}"/>
                  </a:ext>
                </a:extLst>
              </p:cNvPr>
              <p:cNvCxnSpPr>
                <a:cxnSpLocks/>
                <a:stCxn id="244" idx="5"/>
                <a:endCxn id="247" idx="2"/>
              </p:cNvCxnSpPr>
              <p:nvPr/>
            </p:nvCxnSpPr>
            <p:spPr>
              <a:xfrm>
                <a:off x="4642396" y="3530333"/>
                <a:ext cx="111095" cy="95466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3F9B14FE-BA54-EC60-7A71-ABEC2D3BA399}"/>
                  </a:ext>
                </a:extLst>
              </p:cNvPr>
              <p:cNvCxnSpPr>
                <a:cxnSpLocks/>
                <a:stCxn id="244" idx="3"/>
                <a:endCxn id="248" idx="0"/>
              </p:cNvCxnSpPr>
              <p:nvPr/>
            </p:nvCxnSpPr>
            <p:spPr>
              <a:xfrm flipH="1">
                <a:off x="4443268" y="3530333"/>
                <a:ext cx="148216" cy="130677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FFF103F7-FB3A-C80E-0B63-D3AEE22CA609}"/>
                </a:ext>
              </a:extLst>
            </p:cNvPr>
            <p:cNvGrpSpPr/>
            <p:nvPr/>
          </p:nvGrpSpPr>
          <p:grpSpPr>
            <a:xfrm>
              <a:off x="3939271" y="5716209"/>
              <a:ext cx="7175911" cy="707886"/>
              <a:chOff x="3536431" y="2373494"/>
              <a:chExt cx="7175911" cy="70788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>
                                  <a:ea typeface="宋体" panose="02010600030101010101" pitchFamily="2" charset="-122"/>
                                </a:rPr>
                                <m:t> 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zh-CN" altLang="en-US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方向离散度</a:t>
                    </a:r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93" name="文本框 292">
                    <a:extLst>
                      <a:ext uri="{FF2B5EF4-FFF2-40B4-BE49-F238E27FC236}">
                        <a16:creationId xmlns:a16="http://schemas.microsoft.com/office/drawing/2014/main" id="{17D0AF48-BB92-B561-C70F-904848FB39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0756" y="2373494"/>
                    <a:ext cx="2443969" cy="59817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1122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/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nor/>
                                </m:rPr>
                                <a:rPr lang="en-US" sz="1600" i="0" dirty="0">
                                  <a:ea typeface="宋体" panose="02010600030101010101" pitchFamily="2" charset="-122"/>
                                </a:rPr>
                                <m:t> </m:t>
                              </m:r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bSup>
                        </m:oMath>
                      </m:oMathPara>
                    </a14:m>
                    <a:br>
                      <a:rPr lang="en-US" altLang="zh-CN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</a:br>
                    <a:r>
                      <a:rPr lang="zh-CN" altLang="en-US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相对尺度离散度</a:t>
                    </a:r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94" name="文本框 293">
                    <a:extLst>
                      <a:ext uri="{FF2B5EF4-FFF2-40B4-BE49-F238E27FC236}">
                        <a16:creationId xmlns:a16="http://schemas.microsoft.com/office/drawing/2014/main" id="{8A86BC18-0347-F551-8DC1-85DAEFB210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3538" y="2373494"/>
                    <a:ext cx="2748804" cy="60734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/>
                  <p:nvPr/>
                </p:nvSpPr>
                <p:spPr>
                  <a:xfrm>
                    <a:off x="3536431" y="2496605"/>
                    <a:ext cx="2443969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zh-CN" altLang="en-US" sz="16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锚点几何离散度</a:t>
                    </a:r>
                    <a:endPara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1D06B2CE-8135-2DA8-067F-E04920A951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6431" y="2496605"/>
                    <a:ext cx="2443969" cy="584775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145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/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0" name="文本框 299">
                    <a:extLst>
                      <a:ext uri="{FF2B5EF4-FFF2-40B4-BE49-F238E27FC236}">
                        <a16:creationId xmlns:a16="http://schemas.microsoft.com/office/drawing/2014/main" id="{99DF09D9-7C0F-FAD1-EB7C-453E145CAC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2826" y="2373494"/>
                    <a:ext cx="21961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3889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/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10F6BC92-7660-429F-1626-C57B665287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74919" y="2373494"/>
                    <a:ext cx="21961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5000" r="-2222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9CF7C8F0-6BAF-05CF-43CC-9C9AFA46CE83}"/>
                </a:ext>
              </a:extLst>
            </p:cNvPr>
            <p:cNvSpPr txBox="1"/>
            <p:nvPr/>
          </p:nvSpPr>
          <p:spPr>
            <a:xfrm>
              <a:off x="6237958" y="4305960"/>
              <a:ext cx="22414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高方向离散度</a:t>
              </a:r>
              <a:endPara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58124978-614C-1185-2C83-1F43B72063AF}"/>
                </a:ext>
              </a:extLst>
            </p:cNvPr>
            <p:cNvSpPr txBox="1"/>
            <p:nvPr/>
          </p:nvSpPr>
          <p:spPr>
            <a:xfrm>
              <a:off x="8630233" y="4305960"/>
              <a:ext cx="28169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高相对尺度离散度</a:t>
              </a:r>
              <a:endPara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80D32FA-EA09-787E-0B95-7AF46690BF19}"/>
                </a:ext>
              </a:extLst>
            </p:cNvPr>
            <p:cNvSpPr txBox="1"/>
            <p:nvPr/>
          </p:nvSpPr>
          <p:spPr>
            <a:xfrm>
              <a:off x="6146959" y="7454910"/>
              <a:ext cx="48410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观测充分度引导尺度保持</a:t>
              </a:r>
              <a:endParaRPr lang="en-US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15" name="图形 314">
              <a:extLst>
                <a:ext uri="{FF2B5EF4-FFF2-40B4-BE49-F238E27FC236}">
                  <a16:creationId xmlns:a16="http://schemas.microsoft.com/office/drawing/2014/main" id="{018BD83D-A5C0-593D-B973-FBD6987390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75663" y="1308371"/>
              <a:ext cx="7639050" cy="361950"/>
            </a:xfrm>
            <a:prstGeom prst="rect">
              <a:avLst/>
            </a:prstGeom>
          </p:spPr>
        </p:pic>
        <p:sp>
          <p:nvSpPr>
            <p:cNvPr id="2" name="zh_000">
              <a:extLst>
                <a:ext uri="{FF2B5EF4-FFF2-40B4-BE49-F238E27FC236}">
                  <a16:creationId xmlns:a16="http://schemas.microsoft.com/office/drawing/2014/main" id="{530D2FE0-3439-8A8D-CC35-9288DC02CA8F}"/>
                </a:ext>
              </a:extLst>
            </p:cNvPr>
            <p:cNvSpPr txBox="1"/>
            <p:nvPr/>
          </p:nvSpPr>
          <p:spPr>
            <a:xfrm>
              <a:off x="1511300" y="7015463"/>
              <a:ext cx="266700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(c) </a:t>
              </a:r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局部结构感知的几何继承</a:t>
              </a:r>
            </a:p>
          </p:txBody>
        </p:sp>
        <p:sp>
          <p:nvSpPr>
            <p:cNvPr id="3" name="zh_001">
              <a:extLst>
                <a:ext uri="{FF2B5EF4-FFF2-40B4-BE49-F238E27FC236}">
                  <a16:creationId xmlns:a16="http://schemas.microsoft.com/office/drawing/2014/main" id="{372B0C99-FF27-2509-2397-DDFC596D529F}"/>
                </a:ext>
              </a:extLst>
            </p:cNvPr>
            <p:cNvSpPr/>
            <p:nvPr/>
          </p:nvSpPr>
          <p:spPr>
            <a:xfrm>
              <a:off x="287587" y="2203450"/>
              <a:ext cx="11191977" cy="1905000"/>
            </a:xfrm>
            <a:prstGeom prst="roundRect">
              <a:avLst>
                <a:gd name="adj" fmla="val 17368"/>
              </a:avLst>
            </a:prstGeom>
            <a:solidFill>
              <a:srgbClr val="EDE3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zh_002">
              <a:extLst>
                <a:ext uri="{FF2B5EF4-FFF2-40B4-BE49-F238E27FC236}">
                  <a16:creationId xmlns:a16="http://schemas.microsoft.com/office/drawing/2014/main" id="{2A9E4280-D410-FA8F-8D0D-168EF765B8A7}"/>
                </a:ext>
              </a:extLst>
            </p:cNvPr>
            <p:cNvSpPr txBox="1"/>
            <p:nvPr/>
          </p:nvSpPr>
          <p:spPr>
            <a:xfrm>
              <a:off x="563880" y="2292350"/>
              <a:ext cx="533400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(a)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细结构感知的锚点初始化增强</a:t>
              </a:r>
            </a:p>
          </p:txBody>
        </p:sp>
        <p:sp>
          <p:nvSpPr>
            <p:cNvPr id="32" name="zh_003">
              <a:extLst>
                <a:ext uri="{FF2B5EF4-FFF2-40B4-BE49-F238E27FC236}">
                  <a16:creationId xmlns:a16="http://schemas.microsoft.com/office/drawing/2014/main" id="{2CC430F1-DF06-81B8-F9C5-0975EC2EE5D6}"/>
                </a:ext>
              </a:extLst>
            </p:cNvPr>
            <p:cNvSpPr txBox="1"/>
            <p:nvPr/>
          </p:nvSpPr>
          <p:spPr>
            <a:xfrm>
              <a:off x="6604000" y="2330450"/>
              <a:ext cx="4660900" cy="254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r"/>
              <a:r>
                <a:rPr lang="zh-CN" altLang="en-US" sz="1200">
                  <a:solidFill>
                    <a:srgbClr val="59595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训练前；输入：多视图图像、</a:t>
              </a:r>
              <a:r>
                <a:rPr lang="en-US" altLang="zh-CN" sz="1200">
                  <a:solidFill>
                    <a:srgbClr val="59595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SfM </a:t>
              </a:r>
              <a:r>
                <a:rPr lang="zh-CN" altLang="en-US" sz="1200">
                  <a:solidFill>
                    <a:srgbClr val="59595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点云与固定位姿</a:t>
              </a:r>
            </a:p>
          </p:txBody>
        </p:sp>
        <p:sp>
          <p:nvSpPr>
            <p:cNvPr id="34" name="zh_004">
              <a:extLst>
                <a:ext uri="{FF2B5EF4-FFF2-40B4-BE49-F238E27FC236}">
                  <a16:creationId xmlns:a16="http://schemas.microsoft.com/office/drawing/2014/main" id="{6E8CA9A7-0151-0E32-C4FA-4A62695BA45B}"/>
                </a:ext>
              </a:extLst>
            </p:cNvPr>
            <p:cNvSpPr/>
            <p:nvPr/>
          </p:nvSpPr>
          <p:spPr>
            <a:xfrm>
              <a:off x="4699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zh_005">
              <a:extLst>
                <a:ext uri="{FF2B5EF4-FFF2-40B4-BE49-F238E27FC236}">
                  <a16:creationId xmlns:a16="http://schemas.microsoft.com/office/drawing/2014/main" id="{50C8DDC1-1F68-3810-29F2-F62BE637FE08}"/>
                </a:ext>
              </a:extLst>
            </p:cNvPr>
            <p:cNvSpPr txBox="1"/>
            <p:nvPr/>
          </p:nvSpPr>
          <p:spPr>
            <a:xfrm>
              <a:off x="4699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① 细结构候选提取</a:t>
              </a:r>
            </a:p>
          </p:txBody>
        </p:sp>
        <p:sp>
          <p:nvSpPr>
            <p:cNvPr id="37" name="zh_006">
              <a:extLst>
                <a:ext uri="{FF2B5EF4-FFF2-40B4-BE49-F238E27FC236}">
                  <a16:creationId xmlns:a16="http://schemas.microsoft.com/office/drawing/2014/main" id="{AFB6C471-B675-EE0C-5184-59CB089D3B25}"/>
                </a:ext>
              </a:extLst>
            </p:cNvPr>
            <p:cNvSpPr txBox="1"/>
            <p:nvPr/>
          </p:nvSpPr>
          <p:spPr>
            <a:xfrm>
              <a:off x="4699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𝑝 ∈ 𝒞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𝑟</a:t>
              </a:r>
            </a:p>
          </p:txBody>
        </p:sp>
        <p:pic>
          <p:nvPicPr>
            <p:cNvPr id="72" name="zh_007">
              <a:extLst>
                <a:ext uri="{FF2B5EF4-FFF2-40B4-BE49-F238E27FC236}">
                  <a16:creationId xmlns:a16="http://schemas.microsoft.com/office/drawing/2014/main" id="{8AB83DDF-6CBA-5324-269C-12DB63566FBD}"/>
                </a:ext>
              </a:extLst>
            </p:cNvPr>
            <p:cNvPicPr>
              <a:picLocks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00" y="2724150"/>
              <a:ext cx="1676400" cy="762000"/>
            </a:xfrm>
            <a:prstGeom prst="rect">
              <a:avLst/>
            </a:prstGeom>
          </p:spPr>
        </p:pic>
        <p:sp>
          <p:nvSpPr>
            <p:cNvPr id="73" name="zh_008">
              <a:extLst>
                <a:ext uri="{FF2B5EF4-FFF2-40B4-BE49-F238E27FC236}">
                  <a16:creationId xmlns:a16="http://schemas.microsoft.com/office/drawing/2014/main" id="{8600F507-A618-DB2E-1887-5AD482B4187D}"/>
                </a:ext>
              </a:extLst>
            </p:cNvPr>
            <p:cNvSpPr/>
            <p:nvPr/>
          </p:nvSpPr>
          <p:spPr>
            <a:xfrm>
              <a:off x="25273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zh_009">
              <a:extLst>
                <a:ext uri="{FF2B5EF4-FFF2-40B4-BE49-F238E27FC236}">
                  <a16:creationId xmlns:a16="http://schemas.microsoft.com/office/drawing/2014/main" id="{D3E2F023-38F0-29FD-901F-52ADDC3E3812}"/>
                </a:ext>
              </a:extLst>
            </p:cNvPr>
            <p:cNvSpPr txBox="1"/>
            <p:nvPr/>
          </p:nvSpPr>
          <p:spPr>
            <a:xfrm>
              <a:off x="25273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② 多视图验证</a:t>
              </a:r>
            </a:p>
          </p:txBody>
        </p:sp>
        <p:sp>
          <p:nvSpPr>
            <p:cNvPr id="75" name="zh_010">
              <a:extLst>
                <a:ext uri="{FF2B5EF4-FFF2-40B4-BE49-F238E27FC236}">
                  <a16:creationId xmlns:a16="http://schemas.microsoft.com/office/drawing/2014/main" id="{5D53A0BD-AD47-18AA-97C8-20EFE9FC0B74}"/>
                </a:ext>
              </a:extLst>
            </p:cNvPr>
            <p:cNvSpPr txBox="1"/>
            <p:nvPr/>
          </p:nvSpPr>
          <p:spPr>
            <a:xfrm>
              <a:off x="25273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𝑆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𝑝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𝑑</a:t>
              </a:r>
              <a:r>
                <a:rPr lang="zh-CN" altLang="en-US" sz="1200" baseline="30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∗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) ≥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𝑛</a:t>
              </a:r>
              <a:r>
                <a:rPr lang="en-US" altLang="zh-CN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min</a:t>
              </a:r>
              <a:endParaRPr lang="zh-CN" altLang="en-US" sz="1200" baseline="-2500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76" name="zh_011">
              <a:extLst>
                <a:ext uri="{FF2B5EF4-FFF2-40B4-BE49-F238E27FC236}">
                  <a16:creationId xmlns:a16="http://schemas.microsoft.com/office/drawing/2014/main" id="{D24DA158-14FD-86D3-645C-3E31D0E5DF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616200" y="2736850"/>
              <a:ext cx="185356" cy="190500"/>
            </a:xfrm>
            <a:prstGeom prst="rect">
              <a:avLst/>
            </a:prstGeom>
          </p:spPr>
        </p:pic>
        <p:cxnSp>
          <p:nvCxnSpPr>
            <p:cNvPr id="77" name="zh_012">
              <a:extLst>
                <a:ext uri="{FF2B5EF4-FFF2-40B4-BE49-F238E27FC236}">
                  <a16:creationId xmlns:a16="http://schemas.microsoft.com/office/drawing/2014/main" id="{8A6C9D15-2B81-E7FC-9D72-47DB96C6C36A}"/>
                </a:ext>
              </a:extLst>
            </p:cNvPr>
            <p:cNvCxnSpPr/>
            <p:nvPr/>
          </p:nvCxnSpPr>
          <p:spPr>
            <a:xfrm>
              <a:off x="2717800" y="2876550"/>
              <a:ext cx="1536700" cy="584200"/>
            </a:xfrm>
            <a:prstGeom prst="line">
              <a:avLst/>
            </a:prstGeom>
            <a:ln w="12700">
              <a:solidFill>
                <a:srgbClr val="8C8C8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zh_013">
              <a:extLst>
                <a:ext uri="{FF2B5EF4-FFF2-40B4-BE49-F238E27FC236}">
                  <a16:creationId xmlns:a16="http://schemas.microsoft.com/office/drawing/2014/main" id="{8DB067DF-829B-E254-B049-5EF1E03CBD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238500" y="2724150"/>
              <a:ext cx="172999" cy="177800"/>
            </a:xfrm>
            <a:prstGeom prst="rect">
              <a:avLst/>
            </a:prstGeom>
          </p:spPr>
        </p:pic>
        <p:cxnSp>
          <p:nvCxnSpPr>
            <p:cNvPr id="79" name="zh_014">
              <a:extLst>
                <a:ext uri="{FF2B5EF4-FFF2-40B4-BE49-F238E27FC236}">
                  <a16:creationId xmlns:a16="http://schemas.microsoft.com/office/drawing/2014/main" id="{96F8B1D8-111F-BCFD-ED9B-4BAA77667974}"/>
                </a:ext>
              </a:extLst>
            </p:cNvPr>
            <p:cNvCxnSpPr/>
            <p:nvPr/>
          </p:nvCxnSpPr>
          <p:spPr>
            <a:xfrm>
              <a:off x="3327400" y="2851150"/>
              <a:ext cx="235585" cy="346710"/>
            </a:xfrm>
            <a:prstGeom prst="line">
              <a:avLst/>
            </a:prstGeom>
            <a:ln w="9525">
              <a:solidFill>
                <a:srgbClr val="4472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zh_015">
              <a:extLst>
                <a:ext uri="{FF2B5EF4-FFF2-40B4-BE49-F238E27FC236}">
                  <a16:creationId xmlns:a16="http://schemas.microsoft.com/office/drawing/2014/main" id="{0F70147F-3257-A7AB-B97A-F469B13BA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051300" y="2749550"/>
              <a:ext cx="172999" cy="177800"/>
            </a:xfrm>
            <a:prstGeom prst="rect">
              <a:avLst/>
            </a:prstGeom>
          </p:spPr>
        </p:pic>
        <p:cxnSp>
          <p:nvCxnSpPr>
            <p:cNvPr id="81" name="zh_016">
              <a:extLst>
                <a:ext uri="{FF2B5EF4-FFF2-40B4-BE49-F238E27FC236}">
                  <a16:creationId xmlns:a16="http://schemas.microsoft.com/office/drawing/2014/main" id="{EE13BF43-D979-C528-1105-AD3228F51924}"/>
                </a:ext>
              </a:extLst>
            </p:cNvPr>
            <p:cNvCxnSpPr/>
            <p:nvPr/>
          </p:nvCxnSpPr>
          <p:spPr>
            <a:xfrm flipH="1">
              <a:off x="3562985" y="2876550"/>
              <a:ext cx="577215" cy="321310"/>
            </a:xfrm>
            <a:prstGeom prst="line">
              <a:avLst/>
            </a:prstGeom>
            <a:ln w="9525">
              <a:solidFill>
                <a:srgbClr val="4472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zh_017">
              <a:extLst>
                <a:ext uri="{FF2B5EF4-FFF2-40B4-BE49-F238E27FC236}">
                  <a16:creationId xmlns:a16="http://schemas.microsoft.com/office/drawing/2014/main" id="{90EF2DE1-BA15-1D20-F281-4504E28ED92A}"/>
                </a:ext>
              </a:extLst>
            </p:cNvPr>
            <p:cNvSpPr/>
            <p:nvPr/>
          </p:nvSpPr>
          <p:spPr>
            <a:xfrm>
              <a:off x="3122676" y="3014726"/>
              <a:ext cx="50800" cy="50800"/>
            </a:xfrm>
            <a:prstGeom prst="ellipse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zh_018">
              <a:extLst>
                <a:ext uri="{FF2B5EF4-FFF2-40B4-BE49-F238E27FC236}">
                  <a16:creationId xmlns:a16="http://schemas.microsoft.com/office/drawing/2014/main" id="{F27B27FC-92DF-CE56-0963-84A77597F619}"/>
                </a:ext>
              </a:extLst>
            </p:cNvPr>
            <p:cNvSpPr/>
            <p:nvPr/>
          </p:nvSpPr>
          <p:spPr>
            <a:xfrm>
              <a:off x="3952494" y="3330194"/>
              <a:ext cx="50800" cy="50800"/>
            </a:xfrm>
            <a:prstGeom prst="ellipse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zh_019">
              <a:extLst>
                <a:ext uri="{FF2B5EF4-FFF2-40B4-BE49-F238E27FC236}">
                  <a16:creationId xmlns:a16="http://schemas.microsoft.com/office/drawing/2014/main" id="{295ABB8D-ABFF-751A-50E0-2BD0A63D5415}"/>
                </a:ext>
              </a:extLst>
            </p:cNvPr>
            <p:cNvSpPr/>
            <p:nvPr/>
          </p:nvSpPr>
          <p:spPr>
            <a:xfrm>
              <a:off x="3518535" y="3153410"/>
              <a:ext cx="88900" cy="8890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zh_020">
              <a:extLst>
                <a:ext uri="{FF2B5EF4-FFF2-40B4-BE49-F238E27FC236}">
                  <a16:creationId xmlns:a16="http://schemas.microsoft.com/office/drawing/2014/main" id="{24C50955-4FC4-D2CD-0493-FCECB3AADC78}"/>
                </a:ext>
              </a:extLst>
            </p:cNvPr>
            <p:cNvSpPr txBox="1"/>
            <p:nvPr/>
          </p:nvSpPr>
          <p:spPr>
            <a:xfrm>
              <a:off x="3181985" y="3223260"/>
              <a:ext cx="3302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r"/>
              <a:r>
                <a:rPr lang="zh-CN" altLang="en-US" sz="1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𝑑*</a:t>
              </a:r>
            </a:p>
          </p:txBody>
        </p:sp>
        <p:sp>
          <p:nvSpPr>
            <p:cNvPr id="86" name="zh_021">
              <a:extLst>
                <a:ext uri="{FF2B5EF4-FFF2-40B4-BE49-F238E27FC236}">
                  <a16:creationId xmlns:a16="http://schemas.microsoft.com/office/drawing/2014/main" id="{7C2B7559-B564-A1F8-8C10-7BEF55825A4C}"/>
                </a:ext>
              </a:extLst>
            </p:cNvPr>
            <p:cNvSpPr/>
            <p:nvPr/>
          </p:nvSpPr>
          <p:spPr>
            <a:xfrm>
              <a:off x="45847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zh_022">
              <a:extLst>
                <a:ext uri="{FF2B5EF4-FFF2-40B4-BE49-F238E27FC236}">
                  <a16:creationId xmlns:a16="http://schemas.microsoft.com/office/drawing/2014/main" id="{505ECF2E-2D45-7971-ACB5-75131BAF65E6}"/>
                </a:ext>
              </a:extLst>
            </p:cNvPr>
            <p:cNvSpPr txBox="1"/>
            <p:nvPr/>
          </p:nvSpPr>
          <p:spPr>
            <a:xfrm>
              <a:off x="45847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③ 悬空检测</a:t>
              </a:r>
            </a:p>
          </p:txBody>
        </p:sp>
        <p:sp>
          <p:nvSpPr>
            <p:cNvPr id="88" name="zh_023">
              <a:extLst>
                <a:ext uri="{FF2B5EF4-FFF2-40B4-BE49-F238E27FC236}">
                  <a16:creationId xmlns:a16="http://schemas.microsoft.com/office/drawing/2014/main" id="{33A85FD8-F440-321C-B4CD-847184E53C88}"/>
                </a:ext>
              </a:extLst>
            </p:cNvPr>
            <p:cNvSpPr txBox="1"/>
            <p:nvPr/>
          </p:nvSpPr>
          <p:spPr>
            <a:xfrm>
              <a:off x="45847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𝑑</a:t>
              </a:r>
              <a:r>
                <a:rPr lang="zh-CN" altLang="en-US" sz="1200" baseline="30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∗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&lt;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𝜌𝑍</a:t>
              </a:r>
              <a:r>
                <a:rPr lang="en-US" altLang="zh-CN" sz="1200" baseline="30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bg</a:t>
              </a:r>
              <a:endParaRPr lang="zh-CN" altLang="en-US" sz="1200" baseline="3000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9" name="zh_024">
              <a:extLst>
                <a:ext uri="{FF2B5EF4-FFF2-40B4-BE49-F238E27FC236}">
                  <a16:creationId xmlns:a16="http://schemas.microsoft.com/office/drawing/2014/main" id="{D90BFE42-655E-410D-76B1-252C4BBC7E86}"/>
                </a:ext>
              </a:extLst>
            </p:cNvPr>
            <p:cNvCxnSpPr/>
            <p:nvPr/>
          </p:nvCxnSpPr>
          <p:spPr>
            <a:xfrm>
              <a:off x="4673600" y="3435350"/>
              <a:ext cx="1651000" cy="0"/>
            </a:xfrm>
            <a:prstGeom prst="line">
              <a:avLst/>
            </a:prstGeom>
            <a:ln w="38100">
              <a:solidFill>
                <a:srgbClr val="8B6F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zh_025">
              <a:extLst>
                <a:ext uri="{FF2B5EF4-FFF2-40B4-BE49-F238E27FC236}">
                  <a16:creationId xmlns:a16="http://schemas.microsoft.com/office/drawing/2014/main" id="{4BCD4D43-26AE-D3ED-679E-97702E8F10D8}"/>
                </a:ext>
              </a:extLst>
            </p:cNvPr>
            <p:cNvSpPr txBox="1"/>
            <p:nvPr/>
          </p:nvSpPr>
          <p:spPr>
            <a:xfrm>
              <a:off x="4686300" y="3282950"/>
              <a:ext cx="279400" cy="1270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r>
                <a:rPr lang="zh-CN" altLang="en-US" sz="800">
                  <a:solidFill>
                    <a:srgbClr val="6B553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背景</a:t>
              </a:r>
            </a:p>
          </p:txBody>
        </p:sp>
        <p:cxnSp>
          <p:nvCxnSpPr>
            <p:cNvPr id="91" name="zh_026">
              <a:extLst>
                <a:ext uri="{FF2B5EF4-FFF2-40B4-BE49-F238E27FC236}">
                  <a16:creationId xmlns:a16="http://schemas.microsoft.com/office/drawing/2014/main" id="{7F3863B9-B5B9-B0EE-284A-8CDE887BCC2C}"/>
                </a:ext>
              </a:extLst>
            </p:cNvPr>
            <p:cNvCxnSpPr/>
            <p:nvPr/>
          </p:nvCxnSpPr>
          <p:spPr>
            <a:xfrm>
              <a:off x="5016500" y="2952750"/>
              <a:ext cx="0" cy="482600"/>
            </a:xfrm>
            <a:prstGeom prst="line">
              <a:avLst/>
            </a:prstGeom>
            <a:ln w="25400"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zh_027">
              <a:extLst>
                <a:ext uri="{FF2B5EF4-FFF2-40B4-BE49-F238E27FC236}">
                  <a16:creationId xmlns:a16="http://schemas.microsoft.com/office/drawing/2014/main" id="{ED61BE67-0365-8A39-4407-09DF786D25AA}"/>
                </a:ext>
              </a:extLst>
            </p:cNvPr>
            <p:cNvSpPr/>
            <p:nvPr/>
          </p:nvSpPr>
          <p:spPr>
            <a:xfrm>
              <a:off x="5016500" y="2952750"/>
              <a:ext cx="1346201" cy="237068"/>
            </a:xfrm>
            <a:custGeom>
              <a:avLst/>
              <a:gdLst/>
              <a:ahLst/>
              <a:cxnLst/>
              <a:rect l="0" t="0" r="0" b="0"/>
              <a:pathLst>
                <a:path w="1346201" h="237068">
                  <a:moveTo>
                    <a:pt x="0" y="0"/>
                  </a:moveTo>
                  <a:cubicBezTo>
                    <a:pt x="431800" y="237067"/>
                    <a:pt x="880533" y="237067"/>
                    <a:pt x="1346200" y="0"/>
                  </a:cubicBezTo>
                </a:path>
              </a:pathLst>
            </a:custGeom>
            <a:ln w="19050">
              <a:solidFill>
                <a:srgbClr val="40404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3" name="zh_028">
              <a:extLst>
                <a:ext uri="{FF2B5EF4-FFF2-40B4-BE49-F238E27FC236}">
                  <a16:creationId xmlns:a16="http://schemas.microsoft.com/office/drawing/2014/main" id="{DE2B6929-6C64-849E-18D7-AE9A39F405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73600" y="2736850"/>
              <a:ext cx="185356" cy="190500"/>
            </a:xfrm>
            <a:prstGeom prst="rect">
              <a:avLst/>
            </a:prstGeom>
          </p:spPr>
        </p:pic>
        <p:cxnSp>
          <p:nvCxnSpPr>
            <p:cNvPr id="112" name="zh_029">
              <a:extLst>
                <a:ext uri="{FF2B5EF4-FFF2-40B4-BE49-F238E27FC236}">
                  <a16:creationId xmlns:a16="http://schemas.microsoft.com/office/drawing/2014/main" id="{DE257B55-34E5-CAF4-CCAD-CD903623BE51}"/>
                </a:ext>
              </a:extLst>
            </p:cNvPr>
            <p:cNvCxnSpPr/>
            <p:nvPr/>
          </p:nvCxnSpPr>
          <p:spPr>
            <a:xfrm>
              <a:off x="4775200" y="2863850"/>
              <a:ext cx="1460500" cy="571500"/>
            </a:xfrm>
            <a:prstGeom prst="line">
              <a:avLst/>
            </a:prstGeom>
            <a:ln w="11430">
              <a:solidFill>
                <a:srgbClr val="8C8C8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zh_030">
              <a:extLst>
                <a:ext uri="{FF2B5EF4-FFF2-40B4-BE49-F238E27FC236}">
                  <a16:creationId xmlns:a16="http://schemas.microsoft.com/office/drawing/2014/main" id="{3AD24B1D-B70B-F7A8-9B56-F114549BD5DF}"/>
                </a:ext>
              </a:extLst>
            </p:cNvPr>
            <p:cNvSpPr/>
            <p:nvPr/>
          </p:nvSpPr>
          <p:spPr>
            <a:xfrm>
              <a:off x="5276850" y="3032912"/>
              <a:ext cx="88900" cy="8890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4" name="zh_031">
              <a:extLst>
                <a:ext uri="{FF2B5EF4-FFF2-40B4-BE49-F238E27FC236}">
                  <a16:creationId xmlns:a16="http://schemas.microsoft.com/office/drawing/2014/main" id="{FE1D6E43-DCEA-9A24-1403-53D94BE2DA9D}"/>
                </a:ext>
              </a:extLst>
            </p:cNvPr>
            <p:cNvCxnSpPr/>
            <p:nvPr/>
          </p:nvCxnSpPr>
          <p:spPr>
            <a:xfrm>
              <a:off x="4775200" y="2863850"/>
              <a:ext cx="622300" cy="571500"/>
            </a:xfrm>
            <a:prstGeom prst="line">
              <a:avLst/>
            </a:prstGeom>
            <a:ln w="11430">
              <a:solidFill>
                <a:srgbClr val="8C8C8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zh_032">
              <a:extLst>
                <a:ext uri="{FF2B5EF4-FFF2-40B4-BE49-F238E27FC236}">
                  <a16:creationId xmlns:a16="http://schemas.microsoft.com/office/drawing/2014/main" id="{B8993B63-64B9-21C0-FB27-DE13D0A7708C}"/>
                </a:ext>
              </a:extLst>
            </p:cNvPr>
            <p:cNvSpPr txBox="1"/>
            <p:nvPr/>
          </p:nvSpPr>
          <p:spPr>
            <a:xfrm>
              <a:off x="5321300" y="3346450"/>
              <a:ext cx="1524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100" b="1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×</a:t>
              </a:r>
              <a:endParaRPr lang="zh-CN" altLang="en-US" sz="11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6" name="zh_033">
              <a:extLst>
                <a:ext uri="{FF2B5EF4-FFF2-40B4-BE49-F238E27FC236}">
                  <a16:creationId xmlns:a16="http://schemas.microsoft.com/office/drawing/2014/main" id="{677F1F99-7320-EA3B-E81D-E2B985E1FB9E}"/>
                </a:ext>
              </a:extLst>
            </p:cNvPr>
            <p:cNvSpPr/>
            <p:nvPr/>
          </p:nvSpPr>
          <p:spPr>
            <a:xfrm>
              <a:off x="6642100" y="2673350"/>
              <a:ext cx="18288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zh_034">
              <a:extLst>
                <a:ext uri="{FF2B5EF4-FFF2-40B4-BE49-F238E27FC236}">
                  <a16:creationId xmlns:a16="http://schemas.microsoft.com/office/drawing/2014/main" id="{907E12BA-07EC-26C1-B270-6738CB2103C3}"/>
                </a:ext>
              </a:extLst>
            </p:cNvPr>
            <p:cNvSpPr txBox="1"/>
            <p:nvPr/>
          </p:nvSpPr>
          <p:spPr>
            <a:xfrm>
              <a:off x="6642100" y="3511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④ 点云去重</a:t>
              </a:r>
            </a:p>
          </p:txBody>
        </p:sp>
        <p:sp>
          <p:nvSpPr>
            <p:cNvPr id="118" name="zh_035">
              <a:extLst>
                <a:ext uri="{FF2B5EF4-FFF2-40B4-BE49-F238E27FC236}">
                  <a16:creationId xmlns:a16="http://schemas.microsoft.com/office/drawing/2014/main" id="{A23DAA0D-E474-AC86-FDAD-C8768686FA68}"/>
                </a:ext>
              </a:extLst>
            </p:cNvPr>
            <p:cNvSpPr txBox="1"/>
            <p:nvPr/>
          </p:nvSpPr>
          <p:spPr>
            <a:xfrm>
              <a:off x="6642100" y="3765550"/>
              <a:ext cx="1828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dist(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𝑋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𝑃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) &gt;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𝜆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𝑓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𝜉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𝑝</a:t>
              </a:r>
            </a:p>
          </p:txBody>
        </p:sp>
        <p:sp>
          <p:nvSpPr>
            <p:cNvPr id="119" name="zh_036">
              <a:extLst>
                <a:ext uri="{FF2B5EF4-FFF2-40B4-BE49-F238E27FC236}">
                  <a16:creationId xmlns:a16="http://schemas.microsoft.com/office/drawing/2014/main" id="{637778EE-38AD-90EB-95CD-AC4C90ECA025}"/>
                </a:ext>
              </a:extLst>
            </p:cNvPr>
            <p:cNvSpPr/>
            <p:nvPr/>
          </p:nvSpPr>
          <p:spPr>
            <a:xfrm>
              <a:off x="6936740" y="28752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zh_037">
              <a:extLst>
                <a:ext uri="{FF2B5EF4-FFF2-40B4-BE49-F238E27FC236}">
                  <a16:creationId xmlns:a16="http://schemas.microsoft.com/office/drawing/2014/main" id="{2567776B-7438-D8A4-FC01-77F46C8214CC}"/>
                </a:ext>
              </a:extLst>
            </p:cNvPr>
            <p:cNvSpPr/>
            <p:nvPr/>
          </p:nvSpPr>
          <p:spPr>
            <a:xfrm>
              <a:off x="6967220" y="29514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zh_038">
              <a:extLst>
                <a:ext uri="{FF2B5EF4-FFF2-40B4-BE49-F238E27FC236}">
                  <a16:creationId xmlns:a16="http://schemas.microsoft.com/office/drawing/2014/main" id="{E38663C7-BE99-EBB0-37E5-360C3F953C00}"/>
                </a:ext>
              </a:extLst>
            </p:cNvPr>
            <p:cNvSpPr/>
            <p:nvPr/>
          </p:nvSpPr>
          <p:spPr>
            <a:xfrm>
              <a:off x="6936740" y="3027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zh_039">
              <a:extLst>
                <a:ext uri="{FF2B5EF4-FFF2-40B4-BE49-F238E27FC236}">
                  <a16:creationId xmlns:a16="http://schemas.microsoft.com/office/drawing/2014/main" id="{F8C7580B-2BD8-F541-BB85-4E9D3C51E85E}"/>
                </a:ext>
              </a:extLst>
            </p:cNvPr>
            <p:cNvSpPr/>
            <p:nvPr/>
          </p:nvSpPr>
          <p:spPr>
            <a:xfrm>
              <a:off x="6967220" y="31038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zh_040">
              <a:extLst>
                <a:ext uri="{FF2B5EF4-FFF2-40B4-BE49-F238E27FC236}">
                  <a16:creationId xmlns:a16="http://schemas.microsoft.com/office/drawing/2014/main" id="{226BD5B3-4C7C-B120-2094-14F79B53195D}"/>
                </a:ext>
              </a:extLst>
            </p:cNvPr>
            <p:cNvSpPr/>
            <p:nvPr/>
          </p:nvSpPr>
          <p:spPr>
            <a:xfrm>
              <a:off x="6936740" y="31800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zh_041">
              <a:extLst>
                <a:ext uri="{FF2B5EF4-FFF2-40B4-BE49-F238E27FC236}">
                  <a16:creationId xmlns:a16="http://schemas.microsoft.com/office/drawing/2014/main" id="{E4AA5CD4-1A25-B8FD-1BE2-CAEBE9A6068C}"/>
                </a:ext>
              </a:extLst>
            </p:cNvPr>
            <p:cNvSpPr/>
            <p:nvPr/>
          </p:nvSpPr>
          <p:spPr>
            <a:xfrm>
              <a:off x="6967220" y="32562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zh_042">
              <a:extLst>
                <a:ext uri="{FF2B5EF4-FFF2-40B4-BE49-F238E27FC236}">
                  <a16:creationId xmlns:a16="http://schemas.microsoft.com/office/drawing/2014/main" id="{7124B9C7-2D6B-7156-0C3F-70905DD9A16D}"/>
                </a:ext>
              </a:extLst>
            </p:cNvPr>
            <p:cNvSpPr/>
            <p:nvPr/>
          </p:nvSpPr>
          <p:spPr>
            <a:xfrm>
              <a:off x="6936740" y="33324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zh_043">
              <a:extLst>
                <a:ext uri="{FF2B5EF4-FFF2-40B4-BE49-F238E27FC236}">
                  <a16:creationId xmlns:a16="http://schemas.microsoft.com/office/drawing/2014/main" id="{14B60C57-2ED8-6BA2-B01E-5E802AC2C9D0}"/>
                </a:ext>
              </a:extLst>
            </p:cNvPr>
            <p:cNvSpPr/>
            <p:nvPr/>
          </p:nvSpPr>
          <p:spPr>
            <a:xfrm>
              <a:off x="696722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zh_044">
              <a:extLst>
                <a:ext uri="{FF2B5EF4-FFF2-40B4-BE49-F238E27FC236}">
                  <a16:creationId xmlns:a16="http://schemas.microsoft.com/office/drawing/2014/main" id="{69522BD5-46BF-0605-96B5-962D65B0B55A}"/>
                </a:ext>
              </a:extLst>
            </p:cNvPr>
            <p:cNvSpPr/>
            <p:nvPr/>
          </p:nvSpPr>
          <p:spPr>
            <a:xfrm>
              <a:off x="67360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zh_045">
              <a:extLst>
                <a:ext uri="{FF2B5EF4-FFF2-40B4-BE49-F238E27FC236}">
                  <a16:creationId xmlns:a16="http://schemas.microsoft.com/office/drawing/2014/main" id="{908FE28C-9C28-521C-8D2D-B1663B37BCCD}"/>
                </a:ext>
              </a:extLst>
            </p:cNvPr>
            <p:cNvSpPr/>
            <p:nvPr/>
          </p:nvSpPr>
          <p:spPr>
            <a:xfrm>
              <a:off x="68249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zh_046">
              <a:extLst>
                <a:ext uri="{FF2B5EF4-FFF2-40B4-BE49-F238E27FC236}">
                  <a16:creationId xmlns:a16="http://schemas.microsoft.com/office/drawing/2014/main" id="{AA704751-74DE-40B6-98F4-3E9D23D6024B}"/>
                </a:ext>
              </a:extLst>
            </p:cNvPr>
            <p:cNvSpPr/>
            <p:nvPr/>
          </p:nvSpPr>
          <p:spPr>
            <a:xfrm>
              <a:off x="69138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zh_047">
              <a:extLst>
                <a:ext uri="{FF2B5EF4-FFF2-40B4-BE49-F238E27FC236}">
                  <a16:creationId xmlns:a16="http://schemas.microsoft.com/office/drawing/2014/main" id="{E9DC384D-2956-C107-C750-0102B5B1190F}"/>
                </a:ext>
              </a:extLst>
            </p:cNvPr>
            <p:cNvSpPr/>
            <p:nvPr/>
          </p:nvSpPr>
          <p:spPr>
            <a:xfrm>
              <a:off x="70027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zh_048">
              <a:extLst>
                <a:ext uri="{FF2B5EF4-FFF2-40B4-BE49-F238E27FC236}">
                  <a16:creationId xmlns:a16="http://schemas.microsoft.com/office/drawing/2014/main" id="{6E3BE2F0-9CB2-3258-B67F-FE429EB301A5}"/>
                </a:ext>
              </a:extLst>
            </p:cNvPr>
            <p:cNvSpPr/>
            <p:nvPr/>
          </p:nvSpPr>
          <p:spPr>
            <a:xfrm>
              <a:off x="70916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zh_049">
              <a:extLst>
                <a:ext uri="{FF2B5EF4-FFF2-40B4-BE49-F238E27FC236}">
                  <a16:creationId xmlns:a16="http://schemas.microsoft.com/office/drawing/2014/main" id="{5DF6B53C-82BF-7E3B-CE91-1C2727B37EA4}"/>
                </a:ext>
              </a:extLst>
            </p:cNvPr>
            <p:cNvSpPr/>
            <p:nvPr/>
          </p:nvSpPr>
          <p:spPr>
            <a:xfrm>
              <a:off x="71805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zh_050">
              <a:extLst>
                <a:ext uri="{FF2B5EF4-FFF2-40B4-BE49-F238E27FC236}">
                  <a16:creationId xmlns:a16="http://schemas.microsoft.com/office/drawing/2014/main" id="{B8B94D91-5C65-BF29-1B80-4739A89586F1}"/>
                </a:ext>
              </a:extLst>
            </p:cNvPr>
            <p:cNvSpPr/>
            <p:nvPr/>
          </p:nvSpPr>
          <p:spPr>
            <a:xfrm>
              <a:off x="72694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zh_051">
              <a:extLst>
                <a:ext uri="{FF2B5EF4-FFF2-40B4-BE49-F238E27FC236}">
                  <a16:creationId xmlns:a16="http://schemas.microsoft.com/office/drawing/2014/main" id="{CC646E84-132B-555C-BE45-9D225AD28B3A}"/>
                </a:ext>
              </a:extLst>
            </p:cNvPr>
            <p:cNvSpPr/>
            <p:nvPr/>
          </p:nvSpPr>
          <p:spPr>
            <a:xfrm>
              <a:off x="73583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zh_052">
              <a:extLst>
                <a:ext uri="{FF2B5EF4-FFF2-40B4-BE49-F238E27FC236}">
                  <a16:creationId xmlns:a16="http://schemas.microsoft.com/office/drawing/2014/main" id="{E316516C-B87C-5C2C-7673-65D63494A079}"/>
                </a:ext>
              </a:extLst>
            </p:cNvPr>
            <p:cNvSpPr/>
            <p:nvPr/>
          </p:nvSpPr>
          <p:spPr>
            <a:xfrm>
              <a:off x="74472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zh_053">
              <a:extLst>
                <a:ext uri="{FF2B5EF4-FFF2-40B4-BE49-F238E27FC236}">
                  <a16:creationId xmlns:a16="http://schemas.microsoft.com/office/drawing/2014/main" id="{4492995B-2E9E-B734-D6C8-F53A1226851C}"/>
                </a:ext>
              </a:extLst>
            </p:cNvPr>
            <p:cNvSpPr/>
            <p:nvPr/>
          </p:nvSpPr>
          <p:spPr>
            <a:xfrm>
              <a:off x="75361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zh_054">
              <a:extLst>
                <a:ext uri="{FF2B5EF4-FFF2-40B4-BE49-F238E27FC236}">
                  <a16:creationId xmlns:a16="http://schemas.microsoft.com/office/drawing/2014/main" id="{932F5811-A414-CEE6-3B00-14E235EB5587}"/>
                </a:ext>
              </a:extLst>
            </p:cNvPr>
            <p:cNvSpPr/>
            <p:nvPr/>
          </p:nvSpPr>
          <p:spPr>
            <a:xfrm>
              <a:off x="76250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zh_055">
              <a:extLst>
                <a:ext uri="{FF2B5EF4-FFF2-40B4-BE49-F238E27FC236}">
                  <a16:creationId xmlns:a16="http://schemas.microsoft.com/office/drawing/2014/main" id="{31885C49-4FD3-A7AF-C4E1-A33BD185E806}"/>
                </a:ext>
              </a:extLst>
            </p:cNvPr>
            <p:cNvSpPr/>
            <p:nvPr/>
          </p:nvSpPr>
          <p:spPr>
            <a:xfrm>
              <a:off x="77139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zh_056">
              <a:extLst>
                <a:ext uri="{FF2B5EF4-FFF2-40B4-BE49-F238E27FC236}">
                  <a16:creationId xmlns:a16="http://schemas.microsoft.com/office/drawing/2014/main" id="{3B43713C-6E88-BCE8-24E1-7CB66DF0257B}"/>
                </a:ext>
              </a:extLst>
            </p:cNvPr>
            <p:cNvSpPr/>
            <p:nvPr/>
          </p:nvSpPr>
          <p:spPr>
            <a:xfrm>
              <a:off x="78028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zh_057">
              <a:extLst>
                <a:ext uri="{FF2B5EF4-FFF2-40B4-BE49-F238E27FC236}">
                  <a16:creationId xmlns:a16="http://schemas.microsoft.com/office/drawing/2014/main" id="{BD047F53-E13C-7CB7-3BAF-EC40C8EBE1D0}"/>
                </a:ext>
              </a:extLst>
            </p:cNvPr>
            <p:cNvSpPr/>
            <p:nvPr/>
          </p:nvSpPr>
          <p:spPr>
            <a:xfrm>
              <a:off x="78917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zh_058">
              <a:extLst>
                <a:ext uri="{FF2B5EF4-FFF2-40B4-BE49-F238E27FC236}">
                  <a16:creationId xmlns:a16="http://schemas.microsoft.com/office/drawing/2014/main" id="{BBD0309F-0F80-00F3-5DF3-A4C1F2A2CD64}"/>
                </a:ext>
              </a:extLst>
            </p:cNvPr>
            <p:cNvSpPr/>
            <p:nvPr/>
          </p:nvSpPr>
          <p:spPr>
            <a:xfrm>
              <a:off x="79806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zh_059">
              <a:extLst>
                <a:ext uri="{FF2B5EF4-FFF2-40B4-BE49-F238E27FC236}">
                  <a16:creationId xmlns:a16="http://schemas.microsoft.com/office/drawing/2014/main" id="{1D707054-53B4-A891-C009-57F3C2DAF0A2}"/>
                </a:ext>
              </a:extLst>
            </p:cNvPr>
            <p:cNvSpPr/>
            <p:nvPr/>
          </p:nvSpPr>
          <p:spPr>
            <a:xfrm>
              <a:off x="80695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zh_060">
              <a:extLst>
                <a:ext uri="{FF2B5EF4-FFF2-40B4-BE49-F238E27FC236}">
                  <a16:creationId xmlns:a16="http://schemas.microsoft.com/office/drawing/2014/main" id="{8C521141-A4C3-A387-DC00-07CC94E70599}"/>
                </a:ext>
              </a:extLst>
            </p:cNvPr>
            <p:cNvSpPr/>
            <p:nvPr/>
          </p:nvSpPr>
          <p:spPr>
            <a:xfrm>
              <a:off x="8158480" y="340868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zh_061">
              <a:extLst>
                <a:ext uri="{FF2B5EF4-FFF2-40B4-BE49-F238E27FC236}">
                  <a16:creationId xmlns:a16="http://schemas.microsoft.com/office/drawing/2014/main" id="{1ED74514-7C8B-C643-B70B-1D6F2AE8DE08}"/>
                </a:ext>
              </a:extLst>
            </p:cNvPr>
            <p:cNvSpPr/>
            <p:nvPr/>
          </p:nvSpPr>
          <p:spPr>
            <a:xfrm>
              <a:off x="82473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zh_062">
              <a:extLst>
                <a:ext uri="{FF2B5EF4-FFF2-40B4-BE49-F238E27FC236}">
                  <a16:creationId xmlns:a16="http://schemas.microsoft.com/office/drawing/2014/main" id="{4BE568E2-4C0B-1D0A-E6E5-F1D69FB3C297}"/>
                </a:ext>
              </a:extLst>
            </p:cNvPr>
            <p:cNvSpPr/>
            <p:nvPr/>
          </p:nvSpPr>
          <p:spPr>
            <a:xfrm>
              <a:off x="8336280" y="3427730"/>
              <a:ext cx="40640" cy="40640"/>
            </a:xfrm>
            <a:prstGeom prst="ellipse">
              <a:avLst/>
            </a:prstGeom>
            <a:solidFill>
              <a:srgbClr val="8C8C8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zh_063">
              <a:extLst>
                <a:ext uri="{FF2B5EF4-FFF2-40B4-BE49-F238E27FC236}">
                  <a16:creationId xmlns:a16="http://schemas.microsoft.com/office/drawing/2014/main" id="{7EEFA23F-666B-6417-2A89-C9FA1DC231E2}"/>
                </a:ext>
              </a:extLst>
            </p:cNvPr>
            <p:cNvSpPr/>
            <p:nvPr/>
          </p:nvSpPr>
          <p:spPr>
            <a:xfrm>
              <a:off x="6972300" y="2889250"/>
              <a:ext cx="1447801" cy="287868"/>
            </a:xfrm>
            <a:custGeom>
              <a:avLst/>
              <a:gdLst/>
              <a:ahLst/>
              <a:cxnLst/>
              <a:rect l="0" t="0" r="0" b="0"/>
              <a:pathLst>
                <a:path w="1447801" h="287868">
                  <a:moveTo>
                    <a:pt x="0" y="0"/>
                  </a:moveTo>
                  <a:cubicBezTo>
                    <a:pt x="465667" y="275167"/>
                    <a:pt x="948267" y="287867"/>
                    <a:pt x="1447800" y="38100"/>
                  </a:cubicBezTo>
                </a:path>
              </a:pathLst>
            </a:custGeom>
            <a:ln w="12700">
              <a:solidFill>
                <a:srgbClr val="BFBFB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zh_064">
              <a:extLst>
                <a:ext uri="{FF2B5EF4-FFF2-40B4-BE49-F238E27FC236}">
                  <a16:creationId xmlns:a16="http://schemas.microsoft.com/office/drawing/2014/main" id="{5AE48E78-3850-4050-CC04-DE6340415AF6}"/>
                </a:ext>
              </a:extLst>
            </p:cNvPr>
            <p:cNvSpPr/>
            <p:nvPr/>
          </p:nvSpPr>
          <p:spPr>
            <a:xfrm>
              <a:off x="7320280" y="3019244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zh_065">
              <a:extLst>
                <a:ext uri="{FF2B5EF4-FFF2-40B4-BE49-F238E27FC236}">
                  <a16:creationId xmlns:a16="http://schemas.microsoft.com/office/drawing/2014/main" id="{FC8872B2-0BF6-B119-87B9-B5AC9ECA7BAD}"/>
                </a:ext>
              </a:extLst>
            </p:cNvPr>
            <p:cNvSpPr/>
            <p:nvPr/>
          </p:nvSpPr>
          <p:spPr>
            <a:xfrm>
              <a:off x="7485380" y="3055947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zh_066">
              <a:extLst>
                <a:ext uri="{FF2B5EF4-FFF2-40B4-BE49-F238E27FC236}">
                  <a16:creationId xmlns:a16="http://schemas.microsoft.com/office/drawing/2014/main" id="{55CBF862-DB6C-A546-0514-AF8ED2E2CCB6}"/>
                </a:ext>
              </a:extLst>
            </p:cNvPr>
            <p:cNvSpPr/>
            <p:nvPr/>
          </p:nvSpPr>
          <p:spPr>
            <a:xfrm>
              <a:off x="7650480" y="3072130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zh_067">
              <a:extLst>
                <a:ext uri="{FF2B5EF4-FFF2-40B4-BE49-F238E27FC236}">
                  <a16:creationId xmlns:a16="http://schemas.microsoft.com/office/drawing/2014/main" id="{7269D116-0CDA-57D3-6219-93985667233E}"/>
                </a:ext>
              </a:extLst>
            </p:cNvPr>
            <p:cNvSpPr/>
            <p:nvPr/>
          </p:nvSpPr>
          <p:spPr>
            <a:xfrm>
              <a:off x="7815580" y="3067793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zh_068">
              <a:extLst>
                <a:ext uri="{FF2B5EF4-FFF2-40B4-BE49-F238E27FC236}">
                  <a16:creationId xmlns:a16="http://schemas.microsoft.com/office/drawing/2014/main" id="{9DA1BA57-3057-0394-D6FC-6CB0DAA6F68C}"/>
                </a:ext>
              </a:extLst>
            </p:cNvPr>
            <p:cNvSpPr/>
            <p:nvPr/>
          </p:nvSpPr>
          <p:spPr>
            <a:xfrm>
              <a:off x="7980680" y="3042937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zh_069">
              <a:extLst>
                <a:ext uri="{FF2B5EF4-FFF2-40B4-BE49-F238E27FC236}">
                  <a16:creationId xmlns:a16="http://schemas.microsoft.com/office/drawing/2014/main" id="{69D4E982-1992-5092-B3DD-02D636C65660}"/>
                </a:ext>
              </a:extLst>
            </p:cNvPr>
            <p:cNvSpPr/>
            <p:nvPr/>
          </p:nvSpPr>
          <p:spPr>
            <a:xfrm>
              <a:off x="8145780" y="2997560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zh_070">
              <a:extLst>
                <a:ext uri="{FF2B5EF4-FFF2-40B4-BE49-F238E27FC236}">
                  <a16:creationId xmlns:a16="http://schemas.microsoft.com/office/drawing/2014/main" id="{4CBAE2CC-98A6-1A6E-498F-EE74AD40583A}"/>
                </a:ext>
              </a:extLst>
            </p:cNvPr>
            <p:cNvSpPr/>
            <p:nvPr/>
          </p:nvSpPr>
          <p:spPr>
            <a:xfrm>
              <a:off x="8310880" y="2931664"/>
              <a:ext cx="66040" cy="66040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zh_071">
              <a:extLst>
                <a:ext uri="{FF2B5EF4-FFF2-40B4-BE49-F238E27FC236}">
                  <a16:creationId xmlns:a16="http://schemas.microsoft.com/office/drawing/2014/main" id="{89A87A33-855B-5C2F-CA1F-74757863278A}"/>
                </a:ext>
              </a:extLst>
            </p:cNvPr>
            <p:cNvSpPr txBox="1"/>
            <p:nvPr/>
          </p:nvSpPr>
          <p:spPr>
            <a:xfrm>
              <a:off x="6997700" y="2854505"/>
              <a:ext cx="1524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000" b="1">
                  <a:solidFill>
                    <a:srgbClr val="FFA5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×</a:t>
              </a:r>
              <a:endParaRPr lang="zh-CN" altLang="en-US" sz="1000" b="1">
                <a:solidFill>
                  <a:srgbClr val="FFA5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6" name="zh_072">
              <a:extLst>
                <a:ext uri="{FF2B5EF4-FFF2-40B4-BE49-F238E27FC236}">
                  <a16:creationId xmlns:a16="http://schemas.microsoft.com/office/drawing/2014/main" id="{69CE853B-676A-840C-8569-77AFEC54FEEF}"/>
                </a:ext>
              </a:extLst>
            </p:cNvPr>
            <p:cNvSpPr txBox="1"/>
            <p:nvPr/>
          </p:nvSpPr>
          <p:spPr>
            <a:xfrm>
              <a:off x="7124700" y="2911272"/>
              <a:ext cx="152400" cy="177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000" b="1">
                  <a:solidFill>
                    <a:srgbClr val="FFA5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×</a:t>
              </a:r>
              <a:endParaRPr lang="zh-CN" altLang="en-US" sz="1000" b="1">
                <a:solidFill>
                  <a:srgbClr val="FFA500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77" name="zh_073">
              <a:extLst>
                <a:ext uri="{FF2B5EF4-FFF2-40B4-BE49-F238E27FC236}">
                  <a16:creationId xmlns:a16="http://schemas.microsoft.com/office/drawing/2014/main" id="{6EBE3FAF-DF36-8E2A-90CA-4646D2436983}"/>
                </a:ext>
              </a:extLst>
            </p:cNvPr>
            <p:cNvSpPr/>
            <p:nvPr/>
          </p:nvSpPr>
          <p:spPr>
            <a:xfrm>
              <a:off x="2336800" y="3270250"/>
              <a:ext cx="152400" cy="152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zh_074">
              <a:extLst>
                <a:ext uri="{FF2B5EF4-FFF2-40B4-BE49-F238E27FC236}">
                  <a16:creationId xmlns:a16="http://schemas.microsoft.com/office/drawing/2014/main" id="{B42DB1A9-2160-5FB5-7E76-76F23173A3BC}"/>
                </a:ext>
              </a:extLst>
            </p:cNvPr>
            <p:cNvSpPr/>
            <p:nvPr/>
          </p:nvSpPr>
          <p:spPr>
            <a:xfrm>
              <a:off x="4394200" y="3270250"/>
              <a:ext cx="152400" cy="152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zh_075">
              <a:extLst>
                <a:ext uri="{FF2B5EF4-FFF2-40B4-BE49-F238E27FC236}">
                  <a16:creationId xmlns:a16="http://schemas.microsoft.com/office/drawing/2014/main" id="{39578EB1-BF91-3BE7-9429-7D9EDBA502C9}"/>
                </a:ext>
              </a:extLst>
            </p:cNvPr>
            <p:cNvSpPr/>
            <p:nvPr/>
          </p:nvSpPr>
          <p:spPr>
            <a:xfrm>
              <a:off x="6451600" y="3270250"/>
              <a:ext cx="152400" cy="152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zh_076">
              <a:extLst>
                <a:ext uri="{FF2B5EF4-FFF2-40B4-BE49-F238E27FC236}">
                  <a16:creationId xmlns:a16="http://schemas.microsoft.com/office/drawing/2014/main" id="{326D4766-A6C7-1AE2-52F4-972B56D429CA}"/>
                </a:ext>
              </a:extLst>
            </p:cNvPr>
            <p:cNvSpPr/>
            <p:nvPr/>
          </p:nvSpPr>
          <p:spPr>
            <a:xfrm>
              <a:off x="8559800" y="3181350"/>
              <a:ext cx="330200" cy="279400"/>
            </a:xfrm>
            <a:prstGeom prst="rightArrow">
              <a:avLst/>
            </a:prstGeom>
            <a:solidFill>
              <a:srgbClr val="8E7C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zh_077">
              <a:extLst>
                <a:ext uri="{FF2B5EF4-FFF2-40B4-BE49-F238E27FC236}">
                  <a16:creationId xmlns:a16="http://schemas.microsoft.com/office/drawing/2014/main" id="{98A78DEB-68DB-62E4-4BFD-C7B1C4E2EFFB}"/>
                </a:ext>
              </a:extLst>
            </p:cNvPr>
            <p:cNvSpPr/>
            <p:nvPr/>
          </p:nvSpPr>
          <p:spPr>
            <a:xfrm>
              <a:off x="8978900" y="2673350"/>
              <a:ext cx="2286000" cy="1346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zh_078">
              <a:extLst>
                <a:ext uri="{FF2B5EF4-FFF2-40B4-BE49-F238E27FC236}">
                  <a16:creationId xmlns:a16="http://schemas.microsoft.com/office/drawing/2014/main" id="{8B1FA5DA-715A-3FEA-A9D6-FFE2AD295C3E}"/>
                </a:ext>
              </a:extLst>
            </p:cNvPr>
            <p:cNvSpPr txBox="1"/>
            <p:nvPr/>
          </p:nvSpPr>
          <p:spPr>
            <a:xfrm>
              <a:off x="8978900" y="3511550"/>
              <a:ext cx="2286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3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补充锚点进入锚点层</a:t>
              </a:r>
            </a:p>
          </p:txBody>
        </p:sp>
        <p:sp>
          <p:nvSpPr>
            <p:cNvPr id="183" name="zh_079">
              <a:extLst>
                <a:ext uri="{FF2B5EF4-FFF2-40B4-BE49-F238E27FC236}">
                  <a16:creationId xmlns:a16="http://schemas.microsoft.com/office/drawing/2014/main" id="{90116C82-16BD-F170-E7FE-FAD438F5F604}"/>
                </a:ext>
              </a:extLst>
            </p:cNvPr>
            <p:cNvSpPr txBox="1"/>
            <p:nvPr/>
          </p:nvSpPr>
          <p:spPr>
            <a:xfrm>
              <a:off x="8978900" y="3765550"/>
              <a:ext cx="2286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𝑃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′ = 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𝑃 ∪ 𝑃</a:t>
              </a:r>
              <a:r>
                <a:rPr lang="en-US" altLang="zh-CN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thin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，𝑐</a:t>
              </a:r>
              <a:r>
                <a:rPr lang="zh-CN" altLang="en-US" sz="1200" baseline="-250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𝑣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𝑡</a:t>
              </a:r>
              <a:r>
                <a:rPr lang="en-US" altLang="zh-CN" sz="120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rPr>
                <a:t>) = 0</a:t>
              </a:r>
              <a:endParaRPr lang="zh-CN" altLang="en-US" sz="120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zh_080">
              <a:extLst>
                <a:ext uri="{FF2B5EF4-FFF2-40B4-BE49-F238E27FC236}">
                  <a16:creationId xmlns:a16="http://schemas.microsoft.com/office/drawing/2014/main" id="{9360B2DD-9C86-2450-2D3D-19BFDA06BE7A}"/>
                </a:ext>
              </a:extLst>
            </p:cNvPr>
            <p:cNvSpPr/>
            <p:nvPr/>
          </p:nvSpPr>
          <p:spPr>
            <a:xfrm>
              <a:off x="9301480" y="28625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zh_081">
              <a:extLst>
                <a:ext uri="{FF2B5EF4-FFF2-40B4-BE49-F238E27FC236}">
                  <a16:creationId xmlns:a16="http://schemas.microsoft.com/office/drawing/2014/main" id="{B64B4A25-3AEF-F781-546B-07FA80664CEA}"/>
                </a:ext>
              </a:extLst>
            </p:cNvPr>
            <p:cNvSpPr/>
            <p:nvPr/>
          </p:nvSpPr>
          <p:spPr>
            <a:xfrm>
              <a:off x="9301480" y="29641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zh_082">
              <a:extLst>
                <a:ext uri="{FF2B5EF4-FFF2-40B4-BE49-F238E27FC236}">
                  <a16:creationId xmlns:a16="http://schemas.microsoft.com/office/drawing/2014/main" id="{DD5EC3CF-59D9-4546-83C1-DCA0BB3F4DB0}"/>
                </a:ext>
              </a:extLst>
            </p:cNvPr>
            <p:cNvSpPr/>
            <p:nvPr/>
          </p:nvSpPr>
          <p:spPr>
            <a:xfrm>
              <a:off x="9301480" y="30657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zh_083">
              <a:extLst>
                <a:ext uri="{FF2B5EF4-FFF2-40B4-BE49-F238E27FC236}">
                  <a16:creationId xmlns:a16="http://schemas.microsoft.com/office/drawing/2014/main" id="{A5166F31-AEDF-103A-AF09-C372D67A64AB}"/>
                </a:ext>
              </a:extLst>
            </p:cNvPr>
            <p:cNvSpPr/>
            <p:nvPr/>
          </p:nvSpPr>
          <p:spPr>
            <a:xfrm>
              <a:off x="9301480" y="31673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zh_084">
              <a:extLst>
                <a:ext uri="{FF2B5EF4-FFF2-40B4-BE49-F238E27FC236}">
                  <a16:creationId xmlns:a16="http://schemas.microsoft.com/office/drawing/2014/main" id="{30D9FAEA-1473-8920-2E50-E29615FE41B9}"/>
                </a:ext>
              </a:extLst>
            </p:cNvPr>
            <p:cNvSpPr/>
            <p:nvPr/>
          </p:nvSpPr>
          <p:spPr>
            <a:xfrm>
              <a:off x="9301480" y="32689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zh_085">
              <a:extLst>
                <a:ext uri="{FF2B5EF4-FFF2-40B4-BE49-F238E27FC236}">
                  <a16:creationId xmlns:a16="http://schemas.microsoft.com/office/drawing/2014/main" id="{879FCC82-972B-26A2-BBF2-6C91F5EB590F}"/>
                </a:ext>
              </a:extLst>
            </p:cNvPr>
            <p:cNvSpPr/>
            <p:nvPr/>
          </p:nvSpPr>
          <p:spPr>
            <a:xfrm>
              <a:off x="9301480" y="337058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zh_086">
              <a:extLst>
                <a:ext uri="{FF2B5EF4-FFF2-40B4-BE49-F238E27FC236}">
                  <a16:creationId xmlns:a16="http://schemas.microsoft.com/office/drawing/2014/main" id="{26456047-462C-9799-B757-FAE4C597ECC3}"/>
                </a:ext>
              </a:extLst>
            </p:cNvPr>
            <p:cNvSpPr/>
            <p:nvPr/>
          </p:nvSpPr>
          <p:spPr>
            <a:xfrm>
              <a:off x="90728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zh_087">
              <a:extLst>
                <a:ext uri="{FF2B5EF4-FFF2-40B4-BE49-F238E27FC236}">
                  <a16:creationId xmlns:a16="http://schemas.microsoft.com/office/drawing/2014/main" id="{A6E7AEBD-DF00-EA5A-F97C-82E5584973C6}"/>
                </a:ext>
              </a:extLst>
            </p:cNvPr>
            <p:cNvSpPr/>
            <p:nvPr/>
          </p:nvSpPr>
          <p:spPr>
            <a:xfrm>
              <a:off x="91871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zh_088">
              <a:extLst>
                <a:ext uri="{FF2B5EF4-FFF2-40B4-BE49-F238E27FC236}">
                  <a16:creationId xmlns:a16="http://schemas.microsoft.com/office/drawing/2014/main" id="{7E957043-E2C8-4FC8-A96D-82C609A8FB6B}"/>
                </a:ext>
              </a:extLst>
            </p:cNvPr>
            <p:cNvSpPr/>
            <p:nvPr/>
          </p:nvSpPr>
          <p:spPr>
            <a:xfrm>
              <a:off x="93014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zh_089">
              <a:extLst>
                <a:ext uri="{FF2B5EF4-FFF2-40B4-BE49-F238E27FC236}">
                  <a16:creationId xmlns:a16="http://schemas.microsoft.com/office/drawing/2014/main" id="{96A480E0-A2E5-7C1E-C7F2-D9B3CB5D3552}"/>
                </a:ext>
              </a:extLst>
            </p:cNvPr>
            <p:cNvSpPr/>
            <p:nvPr/>
          </p:nvSpPr>
          <p:spPr>
            <a:xfrm>
              <a:off x="94157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zh_090">
              <a:extLst>
                <a:ext uri="{FF2B5EF4-FFF2-40B4-BE49-F238E27FC236}">
                  <a16:creationId xmlns:a16="http://schemas.microsoft.com/office/drawing/2014/main" id="{3D9D9DB8-AC21-8891-0B24-7BBD50F77528}"/>
                </a:ext>
              </a:extLst>
            </p:cNvPr>
            <p:cNvSpPr/>
            <p:nvPr/>
          </p:nvSpPr>
          <p:spPr>
            <a:xfrm>
              <a:off x="95300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zh_091">
              <a:extLst>
                <a:ext uri="{FF2B5EF4-FFF2-40B4-BE49-F238E27FC236}">
                  <a16:creationId xmlns:a16="http://schemas.microsoft.com/office/drawing/2014/main" id="{C55D7FE1-F2EE-4D8F-A775-2C095ABAFCA4}"/>
                </a:ext>
              </a:extLst>
            </p:cNvPr>
            <p:cNvSpPr/>
            <p:nvPr/>
          </p:nvSpPr>
          <p:spPr>
            <a:xfrm>
              <a:off x="96443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zh_092">
              <a:extLst>
                <a:ext uri="{FF2B5EF4-FFF2-40B4-BE49-F238E27FC236}">
                  <a16:creationId xmlns:a16="http://schemas.microsoft.com/office/drawing/2014/main" id="{B9D0D8E5-5E75-ACDD-461C-AEB63C2C90C5}"/>
                </a:ext>
              </a:extLst>
            </p:cNvPr>
            <p:cNvSpPr/>
            <p:nvPr/>
          </p:nvSpPr>
          <p:spPr>
            <a:xfrm>
              <a:off x="97586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zh_093">
              <a:extLst>
                <a:ext uri="{FF2B5EF4-FFF2-40B4-BE49-F238E27FC236}">
                  <a16:creationId xmlns:a16="http://schemas.microsoft.com/office/drawing/2014/main" id="{57401C5E-AE51-B4A9-25E0-78ECD4F6891A}"/>
                </a:ext>
              </a:extLst>
            </p:cNvPr>
            <p:cNvSpPr/>
            <p:nvPr/>
          </p:nvSpPr>
          <p:spPr>
            <a:xfrm>
              <a:off x="98729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zh_094">
              <a:extLst>
                <a:ext uri="{FF2B5EF4-FFF2-40B4-BE49-F238E27FC236}">
                  <a16:creationId xmlns:a16="http://schemas.microsoft.com/office/drawing/2014/main" id="{8C1CA485-0267-28D4-4858-2CFCADC279FF}"/>
                </a:ext>
              </a:extLst>
            </p:cNvPr>
            <p:cNvSpPr/>
            <p:nvPr/>
          </p:nvSpPr>
          <p:spPr>
            <a:xfrm>
              <a:off x="99872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zh_095">
              <a:extLst>
                <a:ext uri="{FF2B5EF4-FFF2-40B4-BE49-F238E27FC236}">
                  <a16:creationId xmlns:a16="http://schemas.microsoft.com/office/drawing/2014/main" id="{E5F351FC-074E-31D2-525F-72C0A7AC1966}"/>
                </a:ext>
              </a:extLst>
            </p:cNvPr>
            <p:cNvSpPr/>
            <p:nvPr/>
          </p:nvSpPr>
          <p:spPr>
            <a:xfrm>
              <a:off x="101015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zh_096">
              <a:extLst>
                <a:ext uri="{FF2B5EF4-FFF2-40B4-BE49-F238E27FC236}">
                  <a16:creationId xmlns:a16="http://schemas.microsoft.com/office/drawing/2014/main" id="{CFC52352-C3F3-80CE-217B-DE13D46D8BC6}"/>
                </a:ext>
              </a:extLst>
            </p:cNvPr>
            <p:cNvSpPr/>
            <p:nvPr/>
          </p:nvSpPr>
          <p:spPr>
            <a:xfrm>
              <a:off x="102158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zh_097">
              <a:extLst>
                <a:ext uri="{FF2B5EF4-FFF2-40B4-BE49-F238E27FC236}">
                  <a16:creationId xmlns:a16="http://schemas.microsoft.com/office/drawing/2014/main" id="{58BAA648-38B5-B539-0381-E18530A65793}"/>
                </a:ext>
              </a:extLst>
            </p:cNvPr>
            <p:cNvSpPr/>
            <p:nvPr/>
          </p:nvSpPr>
          <p:spPr>
            <a:xfrm>
              <a:off x="103301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zh_098">
              <a:extLst>
                <a:ext uri="{FF2B5EF4-FFF2-40B4-BE49-F238E27FC236}">
                  <a16:creationId xmlns:a16="http://schemas.microsoft.com/office/drawing/2014/main" id="{7C8CBD1F-CEC6-D39D-24DB-905EF961403F}"/>
                </a:ext>
              </a:extLst>
            </p:cNvPr>
            <p:cNvSpPr/>
            <p:nvPr/>
          </p:nvSpPr>
          <p:spPr>
            <a:xfrm>
              <a:off x="104444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zh_099">
              <a:extLst>
                <a:ext uri="{FF2B5EF4-FFF2-40B4-BE49-F238E27FC236}">
                  <a16:creationId xmlns:a16="http://schemas.microsoft.com/office/drawing/2014/main" id="{AE24E719-9C9C-062E-9C06-2A53EF584311}"/>
                </a:ext>
              </a:extLst>
            </p:cNvPr>
            <p:cNvSpPr/>
            <p:nvPr/>
          </p:nvSpPr>
          <p:spPr>
            <a:xfrm>
              <a:off x="105587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zh_100">
              <a:extLst>
                <a:ext uri="{FF2B5EF4-FFF2-40B4-BE49-F238E27FC236}">
                  <a16:creationId xmlns:a16="http://schemas.microsoft.com/office/drawing/2014/main" id="{999F3960-C4EF-CD05-C7A9-5FE8ECC04990}"/>
                </a:ext>
              </a:extLst>
            </p:cNvPr>
            <p:cNvSpPr/>
            <p:nvPr/>
          </p:nvSpPr>
          <p:spPr>
            <a:xfrm>
              <a:off x="106730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zh_101">
              <a:extLst>
                <a:ext uri="{FF2B5EF4-FFF2-40B4-BE49-F238E27FC236}">
                  <a16:creationId xmlns:a16="http://schemas.microsoft.com/office/drawing/2014/main" id="{EDE3EE43-87AE-BCD9-DF1B-9B160A1AA604}"/>
                </a:ext>
              </a:extLst>
            </p:cNvPr>
            <p:cNvSpPr/>
            <p:nvPr/>
          </p:nvSpPr>
          <p:spPr>
            <a:xfrm>
              <a:off x="107873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zh_102">
              <a:extLst>
                <a:ext uri="{FF2B5EF4-FFF2-40B4-BE49-F238E27FC236}">
                  <a16:creationId xmlns:a16="http://schemas.microsoft.com/office/drawing/2014/main" id="{74EAEBFA-A648-CC50-554E-456EEB435B49}"/>
                </a:ext>
              </a:extLst>
            </p:cNvPr>
            <p:cNvSpPr/>
            <p:nvPr/>
          </p:nvSpPr>
          <p:spPr>
            <a:xfrm>
              <a:off x="109016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zh_103">
              <a:extLst>
                <a:ext uri="{FF2B5EF4-FFF2-40B4-BE49-F238E27FC236}">
                  <a16:creationId xmlns:a16="http://schemas.microsoft.com/office/drawing/2014/main" id="{0EA8D69E-C362-526F-7642-E84AB442F4EE}"/>
                </a:ext>
              </a:extLst>
            </p:cNvPr>
            <p:cNvSpPr/>
            <p:nvPr/>
          </p:nvSpPr>
          <p:spPr>
            <a:xfrm>
              <a:off x="110159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zh_104">
              <a:extLst>
                <a:ext uri="{FF2B5EF4-FFF2-40B4-BE49-F238E27FC236}">
                  <a16:creationId xmlns:a16="http://schemas.microsoft.com/office/drawing/2014/main" id="{27E90F1A-EE27-430B-D065-5DA89008B409}"/>
                </a:ext>
              </a:extLst>
            </p:cNvPr>
            <p:cNvSpPr/>
            <p:nvPr/>
          </p:nvSpPr>
          <p:spPr>
            <a:xfrm>
              <a:off x="11130280" y="3402330"/>
              <a:ext cx="66040" cy="66040"/>
            </a:xfrm>
            <a:prstGeom prst="rect">
              <a:avLst/>
            </a:prstGeom>
            <a:solidFill>
              <a:srgbClr val="A6A6A6"/>
            </a:solidFill>
            <a:ln w="635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zh_105">
              <a:extLst>
                <a:ext uri="{FF2B5EF4-FFF2-40B4-BE49-F238E27FC236}">
                  <a16:creationId xmlns:a16="http://schemas.microsoft.com/office/drawing/2014/main" id="{477EC0C7-8E5A-AB13-C1F3-BFDC404D3991}"/>
                </a:ext>
              </a:extLst>
            </p:cNvPr>
            <p:cNvSpPr/>
            <p:nvPr/>
          </p:nvSpPr>
          <p:spPr>
            <a:xfrm>
              <a:off x="9423400" y="290840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zh_106">
              <a:extLst>
                <a:ext uri="{FF2B5EF4-FFF2-40B4-BE49-F238E27FC236}">
                  <a16:creationId xmlns:a16="http://schemas.microsoft.com/office/drawing/2014/main" id="{7D5E07E9-DCDF-EB57-825A-9538C0E264DA}"/>
                </a:ext>
              </a:extLst>
            </p:cNvPr>
            <p:cNvSpPr/>
            <p:nvPr/>
          </p:nvSpPr>
          <p:spPr>
            <a:xfrm>
              <a:off x="9550400" y="2957612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zh_107">
              <a:extLst>
                <a:ext uri="{FF2B5EF4-FFF2-40B4-BE49-F238E27FC236}">
                  <a16:creationId xmlns:a16="http://schemas.microsoft.com/office/drawing/2014/main" id="{3484E208-2888-0AD6-603A-AFFAEE27F4ED}"/>
                </a:ext>
              </a:extLst>
            </p:cNvPr>
            <p:cNvSpPr/>
            <p:nvPr/>
          </p:nvSpPr>
          <p:spPr>
            <a:xfrm>
              <a:off x="9677400" y="2998769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zh_108">
              <a:extLst>
                <a:ext uri="{FF2B5EF4-FFF2-40B4-BE49-F238E27FC236}">
                  <a16:creationId xmlns:a16="http://schemas.microsoft.com/office/drawing/2014/main" id="{FE8FBD62-39B4-561E-1FAE-F5CDA2A84912}"/>
                </a:ext>
              </a:extLst>
            </p:cNvPr>
            <p:cNvSpPr/>
            <p:nvPr/>
          </p:nvSpPr>
          <p:spPr>
            <a:xfrm>
              <a:off x="9804400" y="3031878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zh_109">
              <a:extLst>
                <a:ext uri="{FF2B5EF4-FFF2-40B4-BE49-F238E27FC236}">
                  <a16:creationId xmlns:a16="http://schemas.microsoft.com/office/drawing/2014/main" id="{474E8FA0-6C34-4C64-EBB9-6D9D85CB18E5}"/>
                </a:ext>
              </a:extLst>
            </p:cNvPr>
            <p:cNvSpPr/>
            <p:nvPr/>
          </p:nvSpPr>
          <p:spPr>
            <a:xfrm>
              <a:off x="9931400" y="305693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zh_110">
              <a:extLst>
                <a:ext uri="{FF2B5EF4-FFF2-40B4-BE49-F238E27FC236}">
                  <a16:creationId xmlns:a16="http://schemas.microsoft.com/office/drawing/2014/main" id="{7D5C500D-DC38-BB76-4EE0-F1A972B4F983}"/>
                </a:ext>
              </a:extLst>
            </p:cNvPr>
            <p:cNvSpPr/>
            <p:nvPr/>
          </p:nvSpPr>
          <p:spPr>
            <a:xfrm>
              <a:off x="10058400" y="307394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zh_111">
              <a:extLst>
                <a:ext uri="{FF2B5EF4-FFF2-40B4-BE49-F238E27FC236}">
                  <a16:creationId xmlns:a16="http://schemas.microsoft.com/office/drawing/2014/main" id="{17FD7A88-12CE-6ECC-0C8C-A5E5A270F923}"/>
                </a:ext>
              </a:extLst>
            </p:cNvPr>
            <p:cNvSpPr/>
            <p:nvPr/>
          </p:nvSpPr>
          <p:spPr>
            <a:xfrm>
              <a:off x="10185400" y="3082907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zh_112">
              <a:extLst>
                <a:ext uri="{FF2B5EF4-FFF2-40B4-BE49-F238E27FC236}">
                  <a16:creationId xmlns:a16="http://schemas.microsoft.com/office/drawing/2014/main" id="{26981EAB-EBF2-67D6-780E-E504782122DE}"/>
                </a:ext>
              </a:extLst>
            </p:cNvPr>
            <p:cNvSpPr/>
            <p:nvPr/>
          </p:nvSpPr>
          <p:spPr>
            <a:xfrm>
              <a:off x="10312400" y="3083818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zh_113">
              <a:extLst>
                <a:ext uri="{FF2B5EF4-FFF2-40B4-BE49-F238E27FC236}">
                  <a16:creationId xmlns:a16="http://schemas.microsoft.com/office/drawing/2014/main" id="{1357E817-252C-209A-1A7D-B2128F859BE7}"/>
                </a:ext>
              </a:extLst>
            </p:cNvPr>
            <p:cNvSpPr/>
            <p:nvPr/>
          </p:nvSpPr>
          <p:spPr>
            <a:xfrm>
              <a:off x="10439400" y="3076680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zh_114">
              <a:extLst>
                <a:ext uri="{FF2B5EF4-FFF2-40B4-BE49-F238E27FC236}">
                  <a16:creationId xmlns:a16="http://schemas.microsoft.com/office/drawing/2014/main" id="{A822B9B6-83F8-0160-AC01-C35278C6588E}"/>
                </a:ext>
              </a:extLst>
            </p:cNvPr>
            <p:cNvSpPr/>
            <p:nvPr/>
          </p:nvSpPr>
          <p:spPr>
            <a:xfrm>
              <a:off x="10566400" y="3061493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zh_115">
              <a:extLst>
                <a:ext uri="{FF2B5EF4-FFF2-40B4-BE49-F238E27FC236}">
                  <a16:creationId xmlns:a16="http://schemas.microsoft.com/office/drawing/2014/main" id="{EB994395-25DD-CCD2-6171-55B01102E4E1}"/>
                </a:ext>
              </a:extLst>
            </p:cNvPr>
            <p:cNvSpPr/>
            <p:nvPr/>
          </p:nvSpPr>
          <p:spPr>
            <a:xfrm>
              <a:off x="10693400" y="3038257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zh_116">
              <a:extLst>
                <a:ext uri="{FF2B5EF4-FFF2-40B4-BE49-F238E27FC236}">
                  <a16:creationId xmlns:a16="http://schemas.microsoft.com/office/drawing/2014/main" id="{1F1AD2AE-41A3-0944-E6B1-BB6DAE0EB9D2}"/>
                </a:ext>
              </a:extLst>
            </p:cNvPr>
            <p:cNvSpPr/>
            <p:nvPr/>
          </p:nvSpPr>
          <p:spPr>
            <a:xfrm>
              <a:off x="10820400" y="3006971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zh_117">
              <a:extLst>
                <a:ext uri="{FF2B5EF4-FFF2-40B4-BE49-F238E27FC236}">
                  <a16:creationId xmlns:a16="http://schemas.microsoft.com/office/drawing/2014/main" id="{366BA7CC-5230-4990-5FED-BE4F3C1BB295}"/>
                </a:ext>
              </a:extLst>
            </p:cNvPr>
            <p:cNvSpPr/>
            <p:nvPr/>
          </p:nvSpPr>
          <p:spPr>
            <a:xfrm>
              <a:off x="10947400" y="2967636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zh_118">
              <a:extLst>
                <a:ext uri="{FF2B5EF4-FFF2-40B4-BE49-F238E27FC236}">
                  <a16:creationId xmlns:a16="http://schemas.microsoft.com/office/drawing/2014/main" id="{48AF9348-ED2C-E7A0-A5E3-B1968916ADCF}"/>
                </a:ext>
              </a:extLst>
            </p:cNvPr>
            <p:cNvSpPr/>
            <p:nvPr/>
          </p:nvSpPr>
          <p:spPr>
            <a:xfrm>
              <a:off x="11074400" y="2920253"/>
              <a:ext cx="76200" cy="762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rgbClr val="007A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zh_119">
              <a:extLst>
                <a:ext uri="{FF2B5EF4-FFF2-40B4-BE49-F238E27FC236}">
                  <a16:creationId xmlns:a16="http://schemas.microsoft.com/office/drawing/2014/main" id="{79561BB9-3897-9E0B-18A8-870D23F01F8C}"/>
                </a:ext>
              </a:extLst>
            </p:cNvPr>
            <p:cNvSpPr txBox="1"/>
            <p:nvPr/>
          </p:nvSpPr>
          <p:spPr>
            <a:xfrm>
              <a:off x="10248900" y="3181350"/>
              <a:ext cx="939800" cy="1524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r"/>
              <a:r>
                <a:rPr lang="zh-CN" altLang="en-US" sz="900">
                  <a:solidFill>
                    <a:srgbClr val="007A3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■ 补充锚点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596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宽屏</PresentationFormat>
  <Paragraphs>107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宋体</vt:lpstr>
      <vt:lpstr>Aptos</vt:lpstr>
      <vt:lpstr>Aptos Display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Jiaming Chen</dc:creator>
  <cp:lastModifiedBy>T209778</cp:lastModifiedBy>
  <cp:revision>4</cp:revision>
  <dcterms:created xsi:type="dcterms:W3CDTF">2026-10-15T11:31:15Z</dcterms:created>
  <dcterms:modified xsi:type="dcterms:W3CDTF">2026-10-16T11:22:39Z</dcterms:modified>
</cp:coreProperties>
</file>